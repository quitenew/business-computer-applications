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Innovative designs for a better tomorrow.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Creative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Innovative designs for a better tomorrow.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are a team of passionate designers and developers dedicated to bringing your creative visions to life.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Explore our diverse projects, showcasing innovation and creativity in web design, branding, and app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Web Design</a:t>
            </a:r>
          </a:p>
          <a:p>
            <a:r>
              <a:t>- Branding</a:t>
            </a:r>
          </a:p>
          <a:p>
            <a:r>
              <a:t>- Digital Marketing</a:t>
            </a:r>
          </a:p>
          <a:p>
            <a:r>
              <a:t>- App Development</a:t>
            </a:r>
          </a:p>
          <a:p>
            <a:r>
              <a:t>- Content Creation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in touch with us for collaborations or inquiries:</a:t>
            </a:r>
          </a:p>
          <a:p>
            <a:r>
              <a:t>- Email: contact@creativestudio.com</a:t>
            </a:r>
          </a:p>
          <a:p>
            <a:r>
              <a:t>- Phone: +123 456 7890</a:t>
            </a:r>
          </a:p>
          <a:p>
            <a:r>
              <a:t>- Address: 123 Creative Lane, Design City, 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