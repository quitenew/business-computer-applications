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60" r:id="rId1"/>
  </p:sldMasterIdLst>
  <p:notesMasterIdLst>
    <p:notesMasterId r:id="rId5"/>
  </p:notesMasterIdLst>
  <p:handoutMasterIdLst>
    <p:handoutMasterId r:id="rId6"/>
  </p:handoutMasterIdLst>
  <p:sldIdLst>
    <p:sldId id="2360" r:id="rId2"/>
    <p:sldId id="2359" r:id="rId3"/>
    <p:sldId id="2361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40CA0"/>
    <a:srgbClr val="FFFFFF"/>
    <a:srgbClr val="ECFFC3"/>
    <a:srgbClr val="E16519"/>
    <a:srgbClr val="FAD35B"/>
    <a:srgbClr val="517BA9"/>
    <a:srgbClr val="D80EC0"/>
    <a:srgbClr val="F77DEB"/>
    <a:srgbClr val="F2802A"/>
    <a:srgbClr val="F59E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563" autoAdjust="0"/>
    <p:restoredTop sz="93673" autoAdjust="0"/>
  </p:normalViewPr>
  <p:slideViewPr>
    <p:cSldViewPr>
      <p:cViewPr varScale="1">
        <p:scale>
          <a:sx n="104" d="100"/>
          <a:sy n="104" d="100"/>
        </p:scale>
        <p:origin x="1422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50" d="100"/>
          <a:sy n="50" d="100"/>
        </p:scale>
        <p:origin x="2708" y="2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73AB8F-406F-4E8A-8176-5DB14D789022}" type="datetimeFigureOut">
              <a:rPr lang="en-US" smtClean="0"/>
              <a:t>1/2/2025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000F6F-FCC4-40B4-A776-0656D3559D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783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17AF0F-4442-42BF-B078-989F64832F36}" type="datetimeFigureOut">
              <a:rPr lang="en-US" smtClean="0"/>
              <a:t>1/2/2025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1A061F-D6B6-40D9-9777-425CAAB91A1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5973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1913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ชื่อเรื่องและเนื้อห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</p:spPr>
        <p:txBody>
          <a:bodyPr/>
          <a:lstStyle/>
          <a:p>
            <a:r>
              <a:rPr kumimoji="0" lang="th-TH"/>
              <a:t>คลิกเพื่อแก้ไขลักษณะชื่อเรื่องต้นแบบ</a:t>
            </a:r>
            <a:endParaRPr kumimoji="0" lang="en-US"/>
          </a:p>
        </p:txBody>
      </p:sp>
      <p:sp>
        <p:nvSpPr>
          <p:cNvPr id="3" name="ตัวยึดเนื้อหา 2"/>
          <p:cNvSpPr>
            <a:spLocks noGrp="1"/>
          </p:cNvSpPr>
          <p:nvPr>
            <p:ph idx="1"/>
          </p:nvPr>
        </p:nvSpPr>
        <p:spPr>
          <a:xfrm>
            <a:off x="457200" y="1882808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th-TH"/>
              <a:t>คลิกเพื่อแก้ไขลักษณะของข้อความต้นแบบ</a:t>
            </a:r>
          </a:p>
          <a:p>
            <a:pPr lvl="1" eaLnBrk="1" latinLnBrk="0" hangingPunct="1"/>
            <a:r>
              <a:rPr lang="th-TH"/>
              <a:t>ระดับที่สอง</a:t>
            </a:r>
          </a:p>
          <a:p>
            <a:pPr lvl="2" eaLnBrk="1" latinLnBrk="0" hangingPunct="1"/>
            <a:r>
              <a:rPr lang="th-TH"/>
              <a:t>ระดับที่สาม</a:t>
            </a:r>
          </a:p>
          <a:p>
            <a:pPr lvl="3" eaLnBrk="1" latinLnBrk="0" hangingPunct="1"/>
            <a:r>
              <a:rPr lang="th-TH"/>
              <a:t>ระดับที่สี่</a:t>
            </a:r>
          </a:p>
          <a:p>
            <a:pPr lvl="4" eaLnBrk="1" latinLnBrk="0" hangingPunct="1"/>
            <a:r>
              <a:rPr lang="th-TH"/>
              <a:t>ระดับที่ห้า</a:t>
            </a:r>
            <a:endParaRPr kumimoji="0" lang="en-US"/>
          </a:p>
        </p:txBody>
      </p:sp>
      <p:sp>
        <p:nvSpPr>
          <p:cNvPr id="4" name="ตัวยึดวันที่ 3"/>
          <p:cNvSpPr>
            <a:spLocks noGrp="1"/>
          </p:cNvSpPr>
          <p:nvPr>
            <p:ph type="dt" sz="half" idx="10"/>
          </p:nvPr>
        </p:nvSpPr>
        <p:spPr>
          <a:xfrm>
            <a:off x="4791456" y="6480048"/>
            <a:ext cx="2133600" cy="301752"/>
          </a:xfrm>
        </p:spPr>
        <p:txBody>
          <a:bodyPr/>
          <a:lstStyle/>
          <a:p>
            <a:fld id="{B7C8B310-829C-4548-BECB-84206EE8B18D}" type="datetime1">
              <a:rPr lang="th-TH" smtClean="0"/>
              <a:t>02/01/68</a:t>
            </a:fld>
            <a:endParaRPr lang="th-TH"/>
          </a:p>
        </p:txBody>
      </p:sp>
      <p:sp>
        <p:nvSpPr>
          <p:cNvPr id="5" name="ตัวยึดท้ายกระดาษ 4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0831"/>
          </a:xfrm>
        </p:spPr>
        <p:txBody>
          <a:bodyPr/>
          <a:lstStyle/>
          <a:p>
            <a:endParaRPr lang="th-TH"/>
          </a:p>
        </p:txBody>
      </p:sp>
      <p:sp>
        <p:nvSpPr>
          <p:cNvPr id="6" name="ตัวยึด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4933C-246D-4C2D-BF23-31330A08DB85}" type="slidenum">
              <a:rPr lang="th-TH" smtClean="0"/>
              <a:pPr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02445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4FA441A-F2C1-46D9-A35C-E2269C12AC96}"/>
              </a:ext>
            </a:extLst>
          </p:cNvPr>
          <p:cNvSpPr/>
          <p:nvPr userDrawn="1"/>
        </p:nvSpPr>
        <p:spPr>
          <a:xfrm>
            <a:off x="0" y="0"/>
            <a:ext cx="9144000" cy="9803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lIns="24490" tIns="12245" rIns="24490" bIns="12245" anchor="ctr"/>
          <a:lstStyle/>
          <a:p>
            <a:pPr marL="48906" marR="0" lvl="0" indent="-48906" algn="just" defTabSz="167130" eaLnBrk="1" fontAlgn="base" latinLnBrk="0" hangingPunct="1">
              <a:lnSpc>
                <a:spcPts val="295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Wingdings 3" pitchFamily="18" charset="2"/>
              <a:buChar char="}"/>
              <a:tabLst/>
              <a:defRPr/>
            </a:pPr>
            <a:endParaRPr kumimoji="0" lang="en-US" sz="321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5703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5" r:id="rId2"/>
  </p:sldLayoutIdLst>
  <p:hf sldNum="0" hdr="0" ftr="0" dt="0"/>
  <p:txStyles>
    <p:titleStyle>
      <a:lvl1pPr algn="l" defTabSz="957998" rtl="0" eaLnBrk="1" fontAlgn="base" hangingPunct="1">
        <a:lnSpc>
          <a:spcPct val="100000"/>
        </a:lnSpc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+mj-lt"/>
          <a:ea typeface="+mj-ea"/>
          <a:cs typeface="+mj-cs"/>
        </a:defRPr>
      </a:lvl1pPr>
      <a:lvl2pPr algn="l" defTabSz="957998" rtl="0" eaLnBrk="1" fontAlgn="base" hangingPunct="1">
        <a:lnSpc>
          <a:spcPts val="3196"/>
        </a:lnSpc>
        <a:spcBef>
          <a:spcPct val="0"/>
        </a:spcBef>
        <a:spcAft>
          <a:spcPct val="0"/>
        </a:spcAft>
        <a:defRPr sz="2300" b="1">
          <a:solidFill>
            <a:schemeClr val="tx2"/>
          </a:solidFill>
          <a:latin typeface="Arial" charset="0"/>
        </a:defRPr>
      </a:lvl2pPr>
      <a:lvl3pPr algn="l" defTabSz="957998" rtl="0" eaLnBrk="1" fontAlgn="base" hangingPunct="1">
        <a:lnSpc>
          <a:spcPts val="3196"/>
        </a:lnSpc>
        <a:spcBef>
          <a:spcPct val="0"/>
        </a:spcBef>
        <a:spcAft>
          <a:spcPct val="0"/>
        </a:spcAft>
        <a:defRPr sz="2300" b="1">
          <a:solidFill>
            <a:schemeClr val="tx2"/>
          </a:solidFill>
          <a:latin typeface="Arial" charset="0"/>
        </a:defRPr>
      </a:lvl3pPr>
      <a:lvl4pPr algn="l" defTabSz="957998" rtl="0" eaLnBrk="1" fontAlgn="base" hangingPunct="1">
        <a:lnSpc>
          <a:spcPts val="3196"/>
        </a:lnSpc>
        <a:spcBef>
          <a:spcPct val="0"/>
        </a:spcBef>
        <a:spcAft>
          <a:spcPct val="0"/>
        </a:spcAft>
        <a:defRPr sz="2300" b="1">
          <a:solidFill>
            <a:schemeClr val="tx2"/>
          </a:solidFill>
          <a:latin typeface="Arial" charset="0"/>
        </a:defRPr>
      </a:lvl4pPr>
      <a:lvl5pPr algn="l" defTabSz="957998" rtl="0" eaLnBrk="1" fontAlgn="base" hangingPunct="1">
        <a:lnSpc>
          <a:spcPts val="3196"/>
        </a:lnSpc>
        <a:spcBef>
          <a:spcPct val="0"/>
        </a:spcBef>
        <a:spcAft>
          <a:spcPct val="0"/>
        </a:spcAft>
        <a:defRPr sz="2300" b="1">
          <a:solidFill>
            <a:schemeClr val="tx2"/>
          </a:solidFill>
          <a:latin typeface="Arial" charset="0"/>
        </a:defRPr>
      </a:lvl5pPr>
      <a:lvl6pPr marL="429756" algn="l" defTabSz="957998" rtl="0" eaLnBrk="1" fontAlgn="base" hangingPunct="1">
        <a:lnSpc>
          <a:spcPts val="3196"/>
        </a:lnSpc>
        <a:spcBef>
          <a:spcPct val="0"/>
        </a:spcBef>
        <a:spcAft>
          <a:spcPct val="0"/>
        </a:spcAft>
        <a:defRPr sz="2300" b="1">
          <a:solidFill>
            <a:schemeClr val="tx2"/>
          </a:solidFill>
          <a:latin typeface="Arial" charset="0"/>
        </a:defRPr>
      </a:lvl6pPr>
      <a:lvl7pPr marL="859512" algn="l" defTabSz="957998" rtl="0" eaLnBrk="1" fontAlgn="base" hangingPunct="1">
        <a:lnSpc>
          <a:spcPts val="3196"/>
        </a:lnSpc>
        <a:spcBef>
          <a:spcPct val="0"/>
        </a:spcBef>
        <a:spcAft>
          <a:spcPct val="0"/>
        </a:spcAft>
        <a:defRPr sz="2300" b="1">
          <a:solidFill>
            <a:schemeClr val="tx2"/>
          </a:solidFill>
          <a:latin typeface="Arial" charset="0"/>
        </a:defRPr>
      </a:lvl7pPr>
      <a:lvl8pPr marL="1289268" algn="l" defTabSz="957998" rtl="0" eaLnBrk="1" fontAlgn="base" hangingPunct="1">
        <a:lnSpc>
          <a:spcPts val="3196"/>
        </a:lnSpc>
        <a:spcBef>
          <a:spcPct val="0"/>
        </a:spcBef>
        <a:spcAft>
          <a:spcPct val="0"/>
        </a:spcAft>
        <a:defRPr sz="2300" b="1">
          <a:solidFill>
            <a:schemeClr val="tx2"/>
          </a:solidFill>
          <a:latin typeface="Arial" charset="0"/>
        </a:defRPr>
      </a:lvl8pPr>
      <a:lvl9pPr marL="1719024" algn="l" defTabSz="957998" rtl="0" eaLnBrk="1" fontAlgn="base" hangingPunct="1">
        <a:lnSpc>
          <a:spcPts val="3196"/>
        </a:lnSpc>
        <a:spcBef>
          <a:spcPct val="0"/>
        </a:spcBef>
        <a:spcAft>
          <a:spcPct val="0"/>
        </a:spcAft>
        <a:defRPr sz="2300" b="1">
          <a:solidFill>
            <a:schemeClr val="tx2"/>
          </a:solidFill>
          <a:latin typeface="Arial" charset="0"/>
        </a:defRPr>
      </a:lvl9pPr>
    </p:titleStyle>
    <p:bodyStyle>
      <a:lvl1pPr marL="192496" indent="-192496" algn="l" defTabSz="957998" rtl="0" eaLnBrk="1" fontAlgn="base" hangingPunct="1">
        <a:spcBef>
          <a:spcPts val="300"/>
        </a:spcBef>
        <a:spcAft>
          <a:spcPts val="300"/>
        </a:spcAft>
        <a:buFont typeface="Arial" pitchFamily="34" charset="0"/>
        <a:buChar char="•"/>
        <a:tabLst/>
        <a:defRPr sz="1600">
          <a:solidFill>
            <a:schemeClr val="tx2"/>
          </a:solidFill>
          <a:latin typeface="+mn-lt"/>
          <a:ea typeface="+mn-ea"/>
          <a:cs typeface="+mn-cs"/>
        </a:defRPr>
      </a:lvl1pPr>
      <a:lvl2pPr marL="420803" indent="-219355" algn="l" defTabSz="957998" rtl="0" eaLnBrk="1" fontAlgn="base" hangingPunct="1">
        <a:spcBef>
          <a:spcPts val="300"/>
        </a:spcBef>
        <a:spcAft>
          <a:spcPts val="300"/>
        </a:spcAft>
        <a:buFont typeface="Arial" pitchFamily="34" charset="0"/>
        <a:buChar char="‒"/>
        <a:tabLst/>
        <a:defRPr sz="1400">
          <a:solidFill>
            <a:schemeClr val="tx2"/>
          </a:solidFill>
          <a:latin typeface="+mn-lt"/>
        </a:defRPr>
      </a:lvl2pPr>
      <a:lvl3pPr marL="622252" indent="-183542" algn="l" defTabSz="957998" rtl="0" eaLnBrk="1" fontAlgn="base" hangingPunct="1">
        <a:spcBef>
          <a:spcPts val="300"/>
        </a:spcBef>
        <a:spcAft>
          <a:spcPts val="300"/>
        </a:spcAft>
        <a:buFont typeface="Arial" pitchFamily="34" charset="0"/>
        <a:buChar char="‒"/>
        <a:tabLst/>
        <a:defRPr sz="1200">
          <a:solidFill>
            <a:schemeClr val="tx2"/>
          </a:solidFill>
          <a:latin typeface="+mn-lt"/>
        </a:defRPr>
      </a:lvl3pPr>
      <a:lvl4pPr marL="811761" indent="-193988" algn="l" defTabSz="957998" rtl="0" eaLnBrk="1" fontAlgn="base" hangingPunct="1">
        <a:spcBef>
          <a:spcPts val="300"/>
        </a:spcBef>
        <a:spcAft>
          <a:spcPts val="300"/>
        </a:spcAft>
        <a:buFont typeface="Arial" pitchFamily="34" charset="0"/>
        <a:buChar char="‒"/>
        <a:defRPr sz="1100">
          <a:solidFill>
            <a:schemeClr val="tx2"/>
          </a:solidFill>
          <a:latin typeface="+mn-lt"/>
        </a:defRPr>
      </a:lvl4pPr>
      <a:lvl5pPr marL="1002764" indent="-191002" algn="l" defTabSz="957998" rtl="0" eaLnBrk="1" fontAlgn="base" hangingPunct="1">
        <a:spcBef>
          <a:spcPts val="300"/>
        </a:spcBef>
        <a:spcAft>
          <a:spcPts val="300"/>
        </a:spcAft>
        <a:buFont typeface="Arial" pitchFamily="34" charset="0"/>
        <a:buChar char="‒"/>
        <a:defRPr sz="1100">
          <a:solidFill>
            <a:schemeClr val="tx2"/>
          </a:solidFill>
          <a:latin typeface="+mn-lt"/>
        </a:defRPr>
      </a:lvl5pPr>
      <a:lvl6pPr marL="1175860" indent="-180558" algn="l" defTabSz="957998" rtl="0" eaLnBrk="1" fontAlgn="base" hangingPunct="1">
        <a:spcBef>
          <a:spcPct val="0"/>
        </a:spcBef>
        <a:spcAft>
          <a:spcPts val="564"/>
        </a:spcAft>
        <a:buFont typeface="Arial" charset="0"/>
        <a:buChar char="‒"/>
        <a:defRPr sz="1500">
          <a:solidFill>
            <a:schemeClr val="tx2"/>
          </a:solidFill>
          <a:latin typeface="+mn-lt"/>
        </a:defRPr>
      </a:lvl6pPr>
      <a:lvl7pPr marL="1605616" indent="-180558" algn="l" defTabSz="957998" rtl="0" eaLnBrk="1" fontAlgn="base" hangingPunct="1">
        <a:spcBef>
          <a:spcPct val="0"/>
        </a:spcBef>
        <a:spcAft>
          <a:spcPts val="564"/>
        </a:spcAft>
        <a:buFont typeface="Arial" charset="0"/>
        <a:buChar char="‒"/>
        <a:defRPr sz="1500">
          <a:solidFill>
            <a:schemeClr val="tx2"/>
          </a:solidFill>
          <a:latin typeface="+mn-lt"/>
        </a:defRPr>
      </a:lvl7pPr>
      <a:lvl8pPr marL="2035372" indent="-180558" algn="l" defTabSz="957998" rtl="0" eaLnBrk="1" fontAlgn="base" hangingPunct="1">
        <a:spcBef>
          <a:spcPct val="0"/>
        </a:spcBef>
        <a:spcAft>
          <a:spcPts val="564"/>
        </a:spcAft>
        <a:buFont typeface="Arial" charset="0"/>
        <a:buChar char="‒"/>
        <a:defRPr sz="1500">
          <a:solidFill>
            <a:schemeClr val="tx2"/>
          </a:solidFill>
          <a:latin typeface="+mn-lt"/>
        </a:defRPr>
      </a:lvl8pPr>
      <a:lvl9pPr marL="2465128" indent="-180558" algn="l" defTabSz="957998" rtl="0" eaLnBrk="1" fontAlgn="base" hangingPunct="1">
        <a:spcBef>
          <a:spcPct val="0"/>
        </a:spcBef>
        <a:spcAft>
          <a:spcPts val="564"/>
        </a:spcAft>
        <a:buFont typeface="Arial" charset="0"/>
        <a:buChar char="‒"/>
        <a:defRPr sz="1500">
          <a:solidFill>
            <a:schemeClr val="tx2"/>
          </a:solidFill>
          <a:latin typeface="+mn-lt"/>
        </a:defRPr>
      </a:lvl9pPr>
    </p:bodyStyle>
    <p:otherStyle>
      <a:defPPr>
        <a:defRPr lang="en-US"/>
      </a:defPPr>
      <a:lvl1pPr marL="0" algn="l" defTabSz="859512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29756" algn="l" defTabSz="859512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12" algn="l" defTabSz="859512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289268" algn="l" defTabSz="859512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719024" algn="l" defTabSz="859512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148780" algn="l" defTabSz="859512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578536" algn="l" defTabSz="859512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008291" algn="l" defTabSz="859512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438048" algn="l" defTabSz="859512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685800" y="2667000"/>
            <a:ext cx="8001000" cy="1143000"/>
          </a:xfrm>
        </p:spPr>
        <p:txBody>
          <a:bodyPr/>
          <a:lstStyle/>
          <a:p>
            <a:pPr marL="0" indent="0" algn="ctr">
              <a:buNone/>
            </a:pP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Lecture 5</a:t>
            </a:r>
          </a:p>
          <a:p>
            <a:pPr marL="0" indent="0" algn="ctr">
              <a:buNone/>
            </a:pP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ctr">
              <a:buNone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Exercise</a:t>
            </a:r>
          </a:p>
        </p:txBody>
      </p:sp>
    </p:spTree>
    <p:extLst>
      <p:ext uri="{BB962C8B-B14F-4D97-AF65-F5344CB8AC3E}">
        <p14:creationId xmlns:p14="http://schemas.microsoft.com/office/powerpoint/2010/main" val="42804674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800" y="365841"/>
            <a:ext cx="7467600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eaLnBrk="0" hangingPunct="0"/>
            <a:r>
              <a:rPr lang="en-US" dirty="0">
                <a:latin typeface="Comic Sans MS" panose="030F0702030302020204" pitchFamily="66" charset="0"/>
              </a:rPr>
              <a:t>Using motion paths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9600" y="1547686"/>
            <a:ext cx="3124202" cy="39831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just" eaLnBrk="0" hangingPunct="0"/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Motion paths can emphasize objects in much the same way you use emphasis animation eﬀects such as the Spin and Underline eﬀects.</a:t>
            </a:r>
          </a:p>
          <a:p>
            <a:pPr algn="just" eaLnBrk="0" hangingPunct="0"/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Motion paths can move an object in a circular, octagonal, or trapezoidal path.</a:t>
            </a:r>
          </a:p>
          <a:p>
            <a:pPr algn="just" eaLnBrk="0" hangingPunct="0"/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A vertical ﬁgure-eight motion path even moves an object in a ﬁgure-eight pattern.</a:t>
            </a:r>
          </a:p>
          <a:p>
            <a:pPr eaLnBrk="0" hangingPunct="0"/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Motion paths do not necessarily have to move objects only in place on the slide. You can also use a custom motion path to relocate an object on a slide.</a:t>
            </a:r>
            <a:r>
              <a:rPr lang="en-US" dirty="0"/>
              <a:t> </a:t>
            </a:r>
            <a:endParaRPr lang="en-US" sz="16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1600200"/>
            <a:ext cx="4495800" cy="3678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object 3"/>
          <p:cNvSpPr txBox="1"/>
          <p:nvPr/>
        </p:nvSpPr>
        <p:spPr>
          <a:xfrm>
            <a:off x="576072" y="5913690"/>
            <a:ext cx="8034528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0" hangingPunct="0"/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Select the object &gt; Select a motion path in the Animation gallery (Lines, Arcs, or Loops) or select the More Motion Paths </a:t>
            </a:r>
          </a:p>
        </p:txBody>
      </p:sp>
    </p:spTree>
    <p:extLst>
      <p:ext uri="{BB962C8B-B14F-4D97-AF65-F5344CB8AC3E}">
        <p14:creationId xmlns:p14="http://schemas.microsoft.com/office/powerpoint/2010/main" val="16038638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E7C95D8-E81E-D7D6-E5B3-21FADFBAB1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9" y="-6178"/>
            <a:ext cx="9141941" cy="686417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21AA3CE-19ED-2591-68D4-EC612973E3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4572000"/>
            <a:ext cx="2110946" cy="135703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F168FB9-541F-3FFE-F2A6-78BA43A43BA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6260" y="2057400"/>
            <a:ext cx="2131480" cy="119791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630017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34 -0.06389 L -0.00034 -0.06389 C -0.00208 -0.07338 -0.00399 -0.08287 -0.00538 -0.09236 C -0.00659 -0.09977 -0.00763 -0.11227 -0.00833 -0.1206 C -0.00815 -0.13588 -0.00798 -0.15116 -0.00746 -0.16644 C -0.00729 -0.16945 -0.00694 -0.17269 -0.00642 -0.1757 C -0.0059 -0.17847 -0.00503 -0.18125 -0.00434 -0.1838 C -0.00329 -0.19769 -0.00381 -0.19445 -0.00138 -0.2081 C 0.00035 -0.21713 0.00139 -0.22616 0.00365 -0.23495 C 0.00417 -0.23657 0.01754 -0.27732 0.0198 -0.28472 C 0.02327 -0.29607 0.02587 -0.30764 0.03004 -0.31852 C 0.03577 -0.33333 0.04375 -0.34699 0.04723 -0.36296 C 0.05018 -0.37732 0.05452 -0.39838 0.05834 -0.41134 C 0.06129 -0.42222 0.06355 -0.43333 0.06737 -0.44375 C 0.06875 -0.44722 0.07032 -0.4507 0.07136 -0.4544 C 0.07223 -0.45741 0.07257 -0.46088 0.07344 -0.46389 C 0.07431 -0.46713 0.07535 -0.47014 0.07639 -0.47338 C 0.07778 -0.48218 0.07952 -0.4912 0.07952 -0.50023 C 0.07952 -0.50394 0.079 -0.50741 0.07848 -0.51111 C 0.07796 -0.51505 0.07778 -0.51945 0.07639 -0.52315 C 0.075 -0.52685 0.07223 -0.52917 0.07032 -0.53264 C 0.06025 -0.55093 0.05834 -0.55347 0.05313 -0.57037 C 0.05244 -0.57292 0.05191 -0.5757 0.05122 -0.57847 C 0.05191 -0.5882 0.05139 -0.59838 0.05313 -0.60787 C 0.05435 -0.61435 0.06789 -0.62963 0.06945 -0.63079 C 0.07535 -0.63611 0.08195 -0.64051 0.08855 -0.64445 C 0.11494 -0.65972 0.11962 -0.6581 0.1481 -0.66991 C 0.16042 -0.675 0.1724 -0.68032 0.18455 -0.68611 C 0.21598 -0.70093 0.20608 -0.7 0.23299 -0.70625 C 0.23803 -0.70741 0.24306 -0.7081 0.2481 -0.70903 L 0.30174 -0.71713 L 0.3198 -0.71968 C 0.32761 -0.71829 0.33577 -0.71945 0.34306 -0.71574 C 0.34497 -0.71482 0.34375 -0.71042 0.3441 -0.70764 C 0.34445 -0.70532 0.34462 -0.70301 0.34514 -0.70093 C 0.34636 -0.69583 0.34775 -0.69097 0.34914 -0.68611 C 0.3533 -0.67245 0.35643 -0.65695 0.36528 -0.64699 C 0.38247 -0.62778 0.38646 -0.63102 0.40973 -0.62407 C 0.43959 -0.65139 0.45 -0.64838 0.45417 -0.70093 C 0.45504 -0.71065 0.45382 -0.72292 0.4481 -0.72917 C 0.43907 -0.73912 0.42587 -0.73912 0.41476 -0.74398 C 0.40747 -0.74352 0.39966 -0.74583 0.39254 -0.74259 C 0.38195 -0.73796 0.37275 -0.72917 0.36337 -0.72107 C 0.34063 -0.70162 0.3316 -0.69306 0.31685 -0.66597 C 0.31389 -0.66042 0.31216 -0.65417 0.30973 -0.64838 C 0.30903 -0.6412 0.30695 -0.63403 0.30782 -0.62685 C 0.31164 -0.59213 0.329 -0.59445 0.3533 -0.57847 C 0.39757 -0.58866 0.41389 -0.57732 0.43612 -0.63634 C 0.44028 -0.64745 0.43664 -0.66134 0.43698 -0.67384 C 0.42796 -0.68241 0.42049 -0.6956 0.40973 -0.69954 C 0.38698 -0.7081 0.30921 -0.69699 0.29358 -0.6956 C 0.27448 -0.68704 0.25296 -0.68495 0.23612 -0.66991 C 0.21285 -0.64931 0.21702 -0.60625 0.2158 -0.57708 C 0.22292 -0.56227 0.225 -0.53958 0.23698 -0.53264 C 0.31146 -0.48958 0.35122 -0.52639 0.42396 -0.55556 C 0.4323 -0.5757 0.45018 -0.59306 0.44914 -0.61597 C 0.4448 -0.71042 0.4132 -0.7081 0.36441 -0.7331 C 0.32431 -0.7206 0.28907 -0.71806 0.26025 -0.66991 C 0.2507 -0.65394 0.25296 -0.63032 0.24914 -0.61065 C 0.25487 -0.60046 0.25695 -0.58264 0.26632 -0.57963 C 0.32813 -0.56088 0.35504 -0.61111 0.40174 -0.65509 C 0.40539 -0.67176 0.41789 -0.68889 0.41285 -0.70486 C 0.39948 -0.74745 0.35521 -0.73519 0.33299 -0.73449 C 0.32153 -0.72732 0.30782 -0.72477 0.29862 -0.71296 C 0.26702 -0.67245 0.27292 -0.64931 0.27032 -0.59722 C 0.28021 -0.58727 0.2875 -0.56713 0.29966 -0.56759 C 0.38108 -0.5706 0.38195 -0.60787 0.42084 -0.68333 C 0.4165 -0.6956 0.41702 -0.71412 0.40782 -0.71968 C 0.37101 -0.7419 0.31546 -0.7132 0.28247 -0.70232 C 0.2665 -0.6757 0.22049 -0.63218 0.26528 -0.5919 C 0.279 -0.5794 0.29827 -0.58912 0.31476 -0.58773 C 0.35035 -0.61482 0.40435 -0.64097 0.42396 -0.69815 C 0.42639 -0.70556 0.41858 -0.7125 0.4158 -0.71968 C 0.38386 -0.70486 0.34983 -0.69653 0.3198 -0.67523 C 0.30556 -0.66528 0.28386 -0.64954 0.28646 -0.62824 C 0.28976 -0.60324 0.31685 -0.59769 0.33195 -0.58241 C 0.40139 -0.58866 0.45625 -0.58634 0.52188 -0.61736 C 0.53594 -0.62407 0.54688 -0.63889 0.55921 -0.64977 C 0.56667 -0.64931 0.57448 -0.65185 0.58143 -0.64838 C 0.59132 -0.64352 0.59914 -0.63357 0.60782 -0.62546 C 0.61598 -0.61782 0.62466 -0.61042 0.63195 -0.60116 C 0.63664 -0.5956 0.63959 -0.58796 0.64306 -0.58102 C 0.65209 -0.56343 0.65226 -0.56204 0.6573 -0.54074 C 0.67553 -0.4632 0.67153 -0.48912 0.67744 -0.43958 C 0.67778 -0.42431 0.67796 -0.40903 0.67848 -0.39398 C 0.67882 -0.3831 0.68021 -0.37245 0.68056 -0.36157 C 0.68125 -0.3257 0.68125 -0.28982 0.6816 -0.25394 C 0.68125 -0.23449 0.68125 -0.21528 0.68056 -0.19607 C 0.68021 -0.18958 0.67882 -0.18333 0.67848 -0.17708 C 0.67778 -0.1669 0.67796 -0.15648 0.67744 -0.14607 C 0.67587 -0.10926 0.67761 -0.12037 0.67448 -0.10301 " pathEditMode="relative" ptsTypes="AAAAAAAAAAAAAAAAAAAAAAAAAAAAAAAAAAAAAAAAAAAAAAAAAAAAAAAAAAAAAAAAAAAAAAAAAAAAAAAAAAAAAAAAAAA">
                                      <p:cBhvr>
                                        <p:cTn id="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Presentation slides">
  <a:themeElements>
    <a:clrScheme name="Deloitte 2008">
      <a:dk1>
        <a:srgbClr val="000000"/>
      </a:dk1>
      <a:lt1>
        <a:srgbClr val="FFFFFF"/>
      </a:lt1>
      <a:dk2>
        <a:srgbClr val="002776"/>
      </a:dk2>
      <a:lt2>
        <a:srgbClr val="FFFFFF"/>
      </a:lt2>
      <a:accent1>
        <a:srgbClr val="002776"/>
      </a:accent1>
      <a:accent2>
        <a:srgbClr val="92D400"/>
      </a:accent2>
      <a:accent3>
        <a:srgbClr val="00A1DE"/>
      </a:accent3>
      <a:accent4>
        <a:srgbClr val="3C8A2E"/>
      </a:accent4>
      <a:accent5>
        <a:srgbClr val="72C7E7"/>
      </a:accent5>
      <a:accent6>
        <a:srgbClr val="C9DD03"/>
      </a:accent6>
      <a:hlink>
        <a:srgbClr val="00A1DE"/>
      </a:hlink>
      <a:folHlink>
        <a:srgbClr val="72C7E7"/>
      </a:folHlink>
    </a:clrScheme>
    <a:fontScheme name="18_Blan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FFFFFF">
            <a:lumMod val="95000"/>
          </a:srgbClr>
        </a:solidFill>
        <a:ln>
          <a:solidFill>
            <a:srgbClr val="FFFFFF">
              <a:lumMod val="75000"/>
            </a:srgbClr>
          </a:solidFill>
        </a:ln>
      </a:spPr>
      <a:bodyPr wrap="square" lIns="91428" tIns="45715" rIns="91428" bIns="45715" rtlCol="0">
        <a:noAutofit/>
      </a:bodyPr>
      <a:lstStyle>
        <a:defPPr marL="182553" indent="-182553" algn="just" defTabSz="623853" rtl="0" fontAlgn="base">
          <a:lnSpc>
            <a:spcPts val="1100"/>
          </a:lnSpc>
          <a:spcBef>
            <a:spcPct val="0"/>
          </a:spcBef>
          <a:spcAft>
            <a:spcPct val="0"/>
          </a:spcAft>
          <a:buClr>
            <a:srgbClr val="000000"/>
          </a:buClr>
          <a:buFont typeface="Wingdings 3" pitchFamily="18" charset="2"/>
          <a:buChar char="}"/>
          <a:defRPr sz="1200" kern="1200" dirty="0">
            <a:solidFill>
              <a:srgbClr val="0C2870"/>
            </a:solidFill>
            <a:latin typeface="Arial" charset="0"/>
            <a:ea typeface="+mn-ea"/>
            <a:cs typeface="Times New Roman" pitchFamily="18" charset="0"/>
          </a:defRPr>
        </a:defPPr>
      </a:lstStyle>
    </a:spDef>
  </a:objectDefaults>
  <a:extraClrSchemeLst>
    <a:extraClrScheme>
      <a:clrScheme name="18_Blank 1">
        <a:dk1>
          <a:srgbClr val="000000"/>
        </a:dk1>
        <a:lt1>
          <a:srgbClr val="FFFFFF"/>
        </a:lt1>
        <a:dk2>
          <a:srgbClr val="002776"/>
        </a:dk2>
        <a:lt2>
          <a:srgbClr val="FFFFFF"/>
        </a:lt2>
        <a:accent1>
          <a:srgbClr val="002776"/>
        </a:accent1>
        <a:accent2>
          <a:srgbClr val="92D400"/>
        </a:accent2>
        <a:accent3>
          <a:srgbClr val="FFFFFF"/>
        </a:accent3>
        <a:accent4>
          <a:srgbClr val="000000"/>
        </a:accent4>
        <a:accent5>
          <a:srgbClr val="AAACBD"/>
        </a:accent5>
        <a:accent6>
          <a:srgbClr val="84C000"/>
        </a:accent6>
        <a:hlink>
          <a:srgbClr val="00A1DE"/>
        </a:hlink>
        <a:folHlink>
          <a:srgbClr val="72C7E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24795</TotalTime>
  <Words>117</Words>
  <Application>Microsoft Office PowerPoint</Application>
  <PresentationFormat>On-screen Show (4:3)</PresentationFormat>
  <Paragraphs>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Comic Sans MS</vt:lpstr>
      <vt:lpstr>Wingdings 3</vt:lpstr>
      <vt:lpstr>Presentation slides</vt:lpstr>
      <vt:lpstr>PowerPoint Presentation</vt:lpstr>
      <vt:lpstr>Using motion paths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Aurelien</dc:creator>
  <cp:lastModifiedBy>Ivo Sardzovski-Teovski</cp:lastModifiedBy>
  <cp:revision>3196</cp:revision>
  <dcterms:created xsi:type="dcterms:W3CDTF">2013-11-13T03:56:02Z</dcterms:created>
  <dcterms:modified xsi:type="dcterms:W3CDTF">2025-01-02T21:05:04Z</dcterms:modified>
</cp:coreProperties>
</file>