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1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738970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35545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020238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24151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849852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753583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173921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329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332818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69517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86261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215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309047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840094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865132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551673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402465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D5C0663-D4E3-4D78-A6C9-8D5D0C4F1FDF}" type="datetimeFigureOut">
              <a:rPr lang="en-150" smtClean="0"/>
              <a:t>16/12/2024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B25681A-EA75-4889-9DA7-77720ABA6972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5873704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42" r:id="rId1"/>
    <p:sldLayoutId id="2147484043" r:id="rId2"/>
    <p:sldLayoutId id="2147484044" r:id="rId3"/>
    <p:sldLayoutId id="2147484045" r:id="rId4"/>
    <p:sldLayoutId id="2147484046" r:id="rId5"/>
    <p:sldLayoutId id="2147484047" r:id="rId6"/>
    <p:sldLayoutId id="2147484048" r:id="rId7"/>
    <p:sldLayoutId id="2147484049" r:id="rId8"/>
    <p:sldLayoutId id="2147484050" r:id="rId9"/>
    <p:sldLayoutId id="2147484051" r:id="rId10"/>
    <p:sldLayoutId id="2147484052" r:id="rId11"/>
    <p:sldLayoutId id="2147484053" r:id="rId12"/>
    <p:sldLayoutId id="2147484054" r:id="rId13"/>
    <p:sldLayoutId id="2147484055" r:id="rId14"/>
    <p:sldLayoutId id="2147484056" r:id="rId15"/>
    <p:sldLayoutId id="2147484057" r:id="rId16"/>
    <p:sldLayoutId id="214748405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824390-4ADC-365D-65A5-3CDB2E3AA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7060" y="1454402"/>
            <a:ext cx="9144000" cy="754025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My Life Story </a:t>
            </a:r>
            <a:endParaRPr lang="en-150" sz="7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277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CA2537A-5EF4-58C4-09AE-C23D6B754070}"/>
              </a:ext>
            </a:extLst>
          </p:cNvPr>
          <p:cNvGrpSpPr/>
          <p:nvPr/>
        </p:nvGrpSpPr>
        <p:grpSpPr>
          <a:xfrm>
            <a:off x="9416310" y="197063"/>
            <a:ext cx="2147921" cy="8340064"/>
            <a:chOff x="10910363" y="-272263"/>
            <a:chExt cx="1106780" cy="7781991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51FE42D-AD9D-6C11-632A-0C8849215D6A}"/>
                </a:ext>
              </a:extLst>
            </p:cNvPr>
            <p:cNvSpPr/>
            <p:nvPr/>
          </p:nvSpPr>
          <p:spPr>
            <a:xfrm rot="2324722">
              <a:off x="11021896" y="1182378"/>
              <a:ext cx="883715" cy="487270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5A2EDC7-397C-7507-66F2-E20D523A9A20}"/>
                </a:ext>
              </a:extLst>
            </p:cNvPr>
            <p:cNvSpPr/>
            <p:nvPr/>
          </p:nvSpPr>
          <p:spPr>
            <a:xfrm rot="2324722">
              <a:off x="11133428" y="2637019"/>
              <a:ext cx="883715" cy="487270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63C0936-8A68-CB92-55F8-E35004759855}"/>
                </a:ext>
              </a:extLst>
            </p:cNvPr>
            <p:cNvSpPr/>
            <p:nvPr/>
          </p:nvSpPr>
          <p:spPr>
            <a:xfrm rot="2324722">
              <a:off x="10910363" y="-272263"/>
              <a:ext cx="883715" cy="487270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98D187E-0D6D-35D7-F141-A995FC246CDB}"/>
              </a:ext>
            </a:extLst>
          </p:cNvPr>
          <p:cNvSpPr txBox="1"/>
          <p:nvPr/>
        </p:nvSpPr>
        <p:spPr>
          <a:xfrm>
            <a:off x="1104644" y="1043275"/>
            <a:ext cx="5738014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My name is Konstantin </a:t>
            </a:r>
            <a:r>
              <a:rPr lang="en-US" sz="2100" dirty="0" err="1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Pandilovski</a:t>
            </a:r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I am 21 years old</a:t>
            </a:r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I am from Skopje.</a:t>
            </a:r>
          </a:p>
          <a:p>
            <a:endParaRPr lang="en-US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br>
              <a:rPr lang="en-US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endParaRPr lang="en-15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531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8581D-5E5D-4F70-36EA-96B3635C8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615FEC9-4A3C-B924-16FE-61C1179743AE}"/>
              </a:ext>
            </a:extLst>
          </p:cNvPr>
          <p:cNvSpPr txBox="1"/>
          <p:nvPr/>
        </p:nvSpPr>
        <p:spPr>
          <a:xfrm>
            <a:off x="1104644" y="1043275"/>
            <a:ext cx="57380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My academic journey:</a:t>
            </a:r>
          </a:p>
          <a:p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I finished primary School in Dimitar </a:t>
            </a:r>
            <a:r>
              <a:rPr lang="en-US" sz="2100" dirty="0" err="1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Miladinov</a:t>
            </a:r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I finished High School in Rade </a:t>
            </a:r>
            <a:r>
              <a:rPr lang="en-US" sz="2100" dirty="0" err="1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Jovchevski</a:t>
            </a:r>
            <a: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 </a:t>
            </a:r>
            <a:r>
              <a:rPr lang="en-US" sz="2100" dirty="0" err="1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Korcagin</a:t>
            </a:r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I currently getting my Bachelors Degree at UACS School of Computer Science and Information Technology</a:t>
            </a:r>
            <a:endParaRPr lang="en-150" sz="21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1504B71-6861-7057-9255-E118530F703D}"/>
              </a:ext>
            </a:extLst>
          </p:cNvPr>
          <p:cNvGrpSpPr/>
          <p:nvPr/>
        </p:nvGrpSpPr>
        <p:grpSpPr>
          <a:xfrm>
            <a:off x="7160417" y="-176319"/>
            <a:ext cx="7477827" cy="4892666"/>
            <a:chOff x="8087429" y="447995"/>
            <a:chExt cx="7477827" cy="4892666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18" name="Flowchart: Decision 17">
              <a:extLst>
                <a:ext uri="{FF2B5EF4-FFF2-40B4-BE49-F238E27FC236}">
                  <a16:creationId xmlns:a16="http://schemas.microsoft.com/office/drawing/2014/main" id="{99A02CEA-3000-0EC2-AD6F-88AC5D03955A}"/>
                </a:ext>
              </a:extLst>
            </p:cNvPr>
            <p:cNvSpPr/>
            <p:nvPr/>
          </p:nvSpPr>
          <p:spPr>
            <a:xfrm rot="1310478">
              <a:off x="9972484" y="447995"/>
              <a:ext cx="3221879" cy="1718335"/>
            </a:xfrm>
            <a:prstGeom prst="flowChartDecisi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19" name="Flowchart: Decision 18">
              <a:extLst>
                <a:ext uri="{FF2B5EF4-FFF2-40B4-BE49-F238E27FC236}">
                  <a16:creationId xmlns:a16="http://schemas.microsoft.com/office/drawing/2014/main" id="{01C16639-5DB9-DCC3-871C-6C8CFBD9562C}"/>
                </a:ext>
              </a:extLst>
            </p:cNvPr>
            <p:cNvSpPr/>
            <p:nvPr/>
          </p:nvSpPr>
          <p:spPr>
            <a:xfrm rot="1310478">
              <a:off x="8087429" y="656996"/>
              <a:ext cx="3221879" cy="1718335"/>
            </a:xfrm>
            <a:prstGeom prst="flowChartDecisi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20" name="Flowchart: Decision 19">
              <a:extLst>
                <a:ext uri="{FF2B5EF4-FFF2-40B4-BE49-F238E27FC236}">
                  <a16:creationId xmlns:a16="http://schemas.microsoft.com/office/drawing/2014/main" id="{5221AAAF-6591-F868-0F2C-64630C9A6383}"/>
                </a:ext>
              </a:extLst>
            </p:cNvPr>
            <p:cNvSpPr/>
            <p:nvPr/>
          </p:nvSpPr>
          <p:spPr>
            <a:xfrm rot="1310478">
              <a:off x="11157930" y="1926605"/>
              <a:ext cx="3221879" cy="1718335"/>
            </a:xfrm>
            <a:prstGeom prst="flowChartDecisi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21" name="Flowchart: Decision 20">
              <a:extLst>
                <a:ext uri="{FF2B5EF4-FFF2-40B4-BE49-F238E27FC236}">
                  <a16:creationId xmlns:a16="http://schemas.microsoft.com/office/drawing/2014/main" id="{CFC5B047-E846-FA40-B4F4-6E3D928EAB2A}"/>
                </a:ext>
              </a:extLst>
            </p:cNvPr>
            <p:cNvSpPr/>
            <p:nvPr/>
          </p:nvSpPr>
          <p:spPr>
            <a:xfrm rot="1310478">
              <a:off x="9272876" y="2135607"/>
              <a:ext cx="3221879" cy="1718335"/>
            </a:xfrm>
            <a:prstGeom prst="flowChartDecisi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22" name="Flowchart: Decision 21">
              <a:extLst>
                <a:ext uri="{FF2B5EF4-FFF2-40B4-BE49-F238E27FC236}">
                  <a16:creationId xmlns:a16="http://schemas.microsoft.com/office/drawing/2014/main" id="{2D7A3E86-F80D-9BCF-F200-9AF0721E3A6C}"/>
                </a:ext>
              </a:extLst>
            </p:cNvPr>
            <p:cNvSpPr/>
            <p:nvPr/>
          </p:nvSpPr>
          <p:spPr>
            <a:xfrm rot="1310478">
              <a:off x="12343377" y="3403640"/>
              <a:ext cx="3221879" cy="1718335"/>
            </a:xfrm>
            <a:prstGeom prst="flowChartDecisi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23" name="Flowchart: Decision 22">
              <a:extLst>
                <a:ext uri="{FF2B5EF4-FFF2-40B4-BE49-F238E27FC236}">
                  <a16:creationId xmlns:a16="http://schemas.microsoft.com/office/drawing/2014/main" id="{0B99108B-7330-9503-7725-57F43D251336}"/>
                </a:ext>
              </a:extLst>
            </p:cNvPr>
            <p:cNvSpPr/>
            <p:nvPr/>
          </p:nvSpPr>
          <p:spPr>
            <a:xfrm rot="1310478">
              <a:off x="10458323" y="3622326"/>
              <a:ext cx="3221879" cy="1718335"/>
            </a:xfrm>
            <a:prstGeom prst="flowChartDecisi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</p:grpSp>
    </p:spTree>
    <p:extLst>
      <p:ext uri="{BB962C8B-B14F-4D97-AF65-F5344CB8AC3E}">
        <p14:creationId xmlns:p14="http://schemas.microsoft.com/office/powerpoint/2010/main" val="235935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8F55-6186-FFD8-B247-1CB49E089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0D06B99-3188-6F70-852E-7FE3FF5CEDB8}"/>
              </a:ext>
            </a:extLst>
          </p:cNvPr>
          <p:cNvSpPr txBox="1"/>
          <p:nvPr/>
        </p:nvSpPr>
        <p:spPr>
          <a:xfrm>
            <a:off x="1104644" y="1043275"/>
            <a:ext cx="5738014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My hobbies/interests:</a:t>
            </a:r>
          </a:p>
          <a:p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Playing the Piano and music in general</a:t>
            </a:r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Coding</a:t>
            </a:r>
            <a:r>
              <a:rPr lang="en-US" sz="210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/Networking</a:t>
            </a:r>
            <a:endParaRPr lang="en-US" sz="21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endParaRPr lang="en-US" sz="21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National dances</a:t>
            </a:r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Swimming</a:t>
            </a:r>
          </a:p>
          <a:p>
            <a:endParaRPr lang="en-US" sz="21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br>
              <a:rPr lang="en-US" sz="21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endParaRPr lang="en-US" sz="21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endParaRPr lang="en-US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endParaRPr lang="en-US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endParaRPr lang="en-US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br>
              <a:rPr lang="en-US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endParaRPr lang="en-US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br>
              <a:rPr lang="en-US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br>
              <a:rPr lang="en-US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br>
              <a:rPr lang="en-US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br>
              <a:rPr lang="en-US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</a:br>
            <a:endParaRPr lang="en-15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662504-4375-805A-93EC-C1C19400EABF}"/>
              </a:ext>
            </a:extLst>
          </p:cNvPr>
          <p:cNvGrpSpPr/>
          <p:nvPr/>
        </p:nvGrpSpPr>
        <p:grpSpPr>
          <a:xfrm>
            <a:off x="7826447" y="1496716"/>
            <a:ext cx="4310820" cy="4314798"/>
            <a:chOff x="8323537" y="1558085"/>
            <a:chExt cx="4310820" cy="4314798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6799F79C-7933-7289-D08D-362B56B20DE9}"/>
                </a:ext>
              </a:extLst>
            </p:cNvPr>
            <p:cNvSpPr/>
            <p:nvPr/>
          </p:nvSpPr>
          <p:spPr>
            <a:xfrm rot="13188578">
              <a:off x="9771563" y="4160827"/>
              <a:ext cx="1710153" cy="17100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B48295B2-6898-F620-275A-19A68D9D2084}"/>
                </a:ext>
              </a:extLst>
            </p:cNvPr>
            <p:cNvSpPr/>
            <p:nvPr/>
          </p:nvSpPr>
          <p:spPr>
            <a:xfrm rot="18535005">
              <a:off x="10924280" y="2764244"/>
              <a:ext cx="1710153" cy="17100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31A80861-79CF-8BDF-4409-A903A377F6D3}"/>
                </a:ext>
              </a:extLst>
            </p:cNvPr>
            <p:cNvSpPr/>
            <p:nvPr/>
          </p:nvSpPr>
          <p:spPr>
            <a:xfrm rot="7718452">
              <a:off x="10893152" y="2658893"/>
              <a:ext cx="1710153" cy="17100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E4C51973-DE17-8977-FB48-81632115945E}"/>
                </a:ext>
              </a:extLst>
            </p:cNvPr>
            <p:cNvSpPr/>
            <p:nvPr/>
          </p:nvSpPr>
          <p:spPr>
            <a:xfrm rot="18529192">
              <a:off x="9456092" y="1558162"/>
              <a:ext cx="1710153" cy="17100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98A49AC1-4EF3-3F9C-C58C-591EF38596BB}"/>
                </a:ext>
              </a:extLst>
            </p:cNvPr>
            <p:cNvSpPr/>
            <p:nvPr/>
          </p:nvSpPr>
          <p:spPr>
            <a:xfrm rot="13166125">
              <a:off x="8323537" y="2956583"/>
              <a:ext cx="1710153" cy="17100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E629A9D2-6AC5-0E2B-B2D7-0A49BC567D8E}"/>
                </a:ext>
              </a:extLst>
            </p:cNvPr>
            <p:cNvSpPr/>
            <p:nvPr/>
          </p:nvSpPr>
          <p:spPr>
            <a:xfrm rot="2456786">
              <a:off x="9659631" y="4162883"/>
              <a:ext cx="1710153" cy="17100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150" dirty="0"/>
            </a:p>
          </p:txBody>
        </p:sp>
      </p:grpSp>
    </p:spTree>
    <p:extLst>
      <p:ext uri="{BB962C8B-B14F-4D97-AF65-F5344CB8AC3E}">
        <p14:creationId xmlns:p14="http://schemas.microsoft.com/office/powerpoint/2010/main" val="3721083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D4F68-6619-14EF-1697-20913D15E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3DA5B0-5CE7-1E20-2D09-476CA39E8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7060" y="1454402"/>
            <a:ext cx="9144000" cy="754025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 END </a:t>
            </a:r>
            <a:endParaRPr lang="en-150" sz="72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54815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B4B4B"/>
      </a:dk2>
      <a:lt2>
        <a:srgbClr val="8ED5C1"/>
      </a:lt2>
      <a:accent1>
        <a:srgbClr val="73CBB2"/>
      </a:accent1>
      <a:accent2>
        <a:srgbClr val="AACD5B"/>
      </a:accent2>
      <a:accent3>
        <a:srgbClr val="65A9E1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47428100-C732-4B2E-A30A-5273F581A0F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84</TotalTime>
  <Words>95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Cascadia Mono SemiBold</vt:lpstr>
      <vt:lpstr>Corbel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 Atanas</dc:creator>
  <cp:lastModifiedBy>Nikola Atanas</cp:lastModifiedBy>
  <cp:revision>5</cp:revision>
  <dcterms:created xsi:type="dcterms:W3CDTF">2024-12-06T14:43:05Z</dcterms:created>
  <dcterms:modified xsi:type="dcterms:W3CDTF">2024-12-16T11:31:36Z</dcterms:modified>
</cp:coreProperties>
</file>