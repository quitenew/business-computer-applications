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109" r:id="rId2"/>
    <p:sldId id="1754" r:id="rId3"/>
    <p:sldId id="2187" r:id="rId4"/>
    <p:sldId id="2060" r:id="rId5"/>
    <p:sldId id="2174" r:id="rId6"/>
    <p:sldId id="2171" r:id="rId7"/>
    <p:sldId id="2172" r:id="rId8"/>
    <p:sldId id="2138" r:id="rId9"/>
    <p:sldId id="1883" r:id="rId10"/>
    <p:sldId id="2163" r:id="rId11"/>
    <p:sldId id="2139" r:id="rId12"/>
    <p:sldId id="2164" r:id="rId13"/>
    <p:sldId id="2142" r:id="rId14"/>
    <p:sldId id="2165" r:id="rId15"/>
    <p:sldId id="2143" r:id="rId16"/>
    <p:sldId id="2103" r:id="rId17"/>
    <p:sldId id="210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32"/>
    <a:srgbClr val="D80EC0"/>
    <a:srgbClr val="FAB4E8"/>
    <a:srgbClr val="B40CA0"/>
    <a:srgbClr val="EBEB79"/>
    <a:srgbClr val="E16519"/>
    <a:srgbClr val="F2802A"/>
    <a:srgbClr val="FAD35B"/>
    <a:srgbClr val="517BA9"/>
    <a:srgbClr val="F77D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44" autoAdjust="0"/>
    <p:restoredTop sz="93673" autoAdjust="0"/>
  </p:normalViewPr>
  <p:slideViewPr>
    <p:cSldViewPr>
      <p:cViewPr varScale="1">
        <p:scale>
          <a:sx n="65" d="100"/>
          <a:sy n="65" d="100"/>
        </p:scale>
        <p:origin x="1016"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5.xml.rels><?xml version="1.0" encoding="UTF-8" standalone="yes"?>
<Relationships xmlns="http://schemas.openxmlformats.org/package/2006/relationships"><Relationship Id="rId1" Type="http://schemas.openxmlformats.org/officeDocument/2006/relationships/image" Target="../media/image6.png"/></Relationships>
</file>

<file path=ppt/diagrams/_rels/drawing5.xml.rels><?xml version="1.0" encoding="UTF-8" standalone="yes"?>
<Relationships xmlns="http://schemas.openxmlformats.org/package/2006/relationships"><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135F80-B4C6-4DD5-B7B1-54B75E15FF3B}" type="doc">
      <dgm:prSet loTypeId="urn:microsoft.com/office/officeart/2005/8/layout/radial1" loCatId="relationship" qsTypeId="urn:microsoft.com/office/officeart/2005/8/quickstyle/simple4" qsCatId="simple" csTypeId="urn:microsoft.com/office/officeart/2005/8/colors/colorful3" csCatId="colorful" phldr="1"/>
      <dgm:spPr/>
      <dgm:t>
        <a:bodyPr/>
        <a:lstStyle/>
        <a:p>
          <a:endParaRPr lang="en-US"/>
        </a:p>
      </dgm:t>
    </dgm:pt>
    <dgm:pt modelId="{725B5A82-4DB7-4645-98C7-6A0209885E3F}">
      <dgm:prSet phldrT="[Text]" custT="1"/>
      <dgm:spPr>
        <a:solidFill>
          <a:schemeClr val="bg1">
            <a:lumMod val="95000"/>
          </a:schemeClr>
        </a:solidFill>
        <a:ln>
          <a:solidFill>
            <a:srgbClr val="C00000"/>
          </a:solidFill>
        </a:ln>
        <a:effectLst>
          <a:outerShdw blurRad="50800" dist="38100" dir="5400000" algn="t" rotWithShape="0">
            <a:prstClr val="black">
              <a:alpha val="40000"/>
            </a:prstClr>
          </a:outerShdw>
        </a:effectLst>
      </dgm:spPr>
      <dgm:t>
        <a:bodyPr/>
        <a:lstStyle/>
        <a:p>
          <a:r>
            <a:rPr lang="en-US" sz="1400" b="1" dirty="0">
              <a:solidFill>
                <a:srgbClr val="C00000"/>
              </a:solidFill>
              <a:latin typeface="Comic Sans MS" panose="030F0702030302020204" pitchFamily="66" charset="0"/>
            </a:rPr>
            <a:t>Industry 4.0   </a:t>
          </a:r>
        </a:p>
      </dgm:t>
    </dgm:pt>
    <dgm:pt modelId="{40CCEFAE-102A-4A9D-B837-9371DDC1D7B4}" type="parTrans" cxnId="{964B2E36-CB7C-484A-999E-410B75AE5222}">
      <dgm:prSet/>
      <dgm:spPr/>
      <dgm:t>
        <a:bodyPr/>
        <a:lstStyle/>
        <a:p>
          <a:endParaRPr lang="en-US" sz="1100" b="1">
            <a:solidFill>
              <a:schemeClr val="accent1">
                <a:lumMod val="75000"/>
              </a:schemeClr>
            </a:solidFill>
            <a:latin typeface="+mn-lt"/>
          </a:endParaRPr>
        </a:p>
      </dgm:t>
    </dgm:pt>
    <dgm:pt modelId="{ACC8DF4D-02E7-44C5-833D-611015050B78}" type="sibTrans" cxnId="{964B2E36-CB7C-484A-999E-410B75AE5222}">
      <dgm:prSet/>
      <dgm:spPr/>
      <dgm:t>
        <a:bodyPr/>
        <a:lstStyle/>
        <a:p>
          <a:endParaRPr lang="en-US" sz="1100" b="1">
            <a:solidFill>
              <a:schemeClr val="accent1">
                <a:lumMod val="75000"/>
              </a:schemeClr>
            </a:solidFill>
            <a:latin typeface="+mn-lt"/>
          </a:endParaRPr>
        </a:p>
      </dgm:t>
    </dgm:pt>
    <dgm:pt modelId="{DCD2107B-72F4-4735-BC02-82A966C61416}">
      <dgm:prSet phldrT="[Text]" custT="1"/>
      <dgm:spPr>
        <a:solidFill>
          <a:schemeClr val="bg1">
            <a:lumMod val="95000"/>
          </a:schemeClr>
        </a:solidFill>
        <a:ln>
          <a:solidFill>
            <a:srgbClr val="C00000"/>
          </a:solidFill>
        </a:ln>
        <a:effectLst>
          <a:outerShdw blurRad="50800" dist="38100" dir="5400000" algn="t" rotWithShape="0">
            <a:prstClr val="black">
              <a:alpha val="40000"/>
            </a:prstClr>
          </a:outerShdw>
        </a:effectLst>
      </dgm:spPr>
      <dgm:t>
        <a:bodyPr/>
        <a:lstStyle/>
        <a:p>
          <a:r>
            <a:rPr lang="en-US" sz="1100" b="1" dirty="0" smtClean="0">
              <a:solidFill>
                <a:schemeClr val="accent1">
                  <a:lumMod val="75000"/>
                </a:schemeClr>
              </a:solidFill>
              <a:latin typeface="+mn-lt"/>
            </a:rPr>
            <a:t>Machine Learning</a:t>
          </a:r>
          <a:endParaRPr lang="en-US" sz="1100" b="1" dirty="0">
            <a:solidFill>
              <a:schemeClr val="accent1">
                <a:lumMod val="75000"/>
              </a:schemeClr>
            </a:solidFill>
            <a:latin typeface="+mn-lt"/>
          </a:endParaRPr>
        </a:p>
      </dgm:t>
    </dgm:pt>
    <dgm:pt modelId="{1FA399A7-B95A-4ADB-84FE-4F5265C3D847}" type="parTrans" cxnId="{EDBB93AF-9640-441F-8616-F1C285EAB724}">
      <dgm:prSet custT="1"/>
      <dgm:spPr>
        <a:ln>
          <a:solidFill>
            <a:srgbClr val="C00000"/>
          </a:solidFill>
        </a:ln>
      </dgm:spPr>
      <dgm:t>
        <a:bodyPr/>
        <a:lstStyle/>
        <a:p>
          <a:endParaRPr lang="en-US" sz="1100" b="1" dirty="0">
            <a:solidFill>
              <a:schemeClr val="accent1">
                <a:lumMod val="75000"/>
              </a:schemeClr>
            </a:solidFill>
            <a:latin typeface="+mn-lt"/>
          </a:endParaRPr>
        </a:p>
      </dgm:t>
    </dgm:pt>
    <dgm:pt modelId="{BD824F9E-B469-4C01-8D6F-5639CD1F2AEC}" type="sibTrans" cxnId="{EDBB93AF-9640-441F-8616-F1C285EAB724}">
      <dgm:prSet/>
      <dgm:spPr/>
      <dgm:t>
        <a:bodyPr/>
        <a:lstStyle/>
        <a:p>
          <a:endParaRPr lang="en-US" sz="1100" b="1">
            <a:solidFill>
              <a:schemeClr val="accent1">
                <a:lumMod val="75000"/>
              </a:schemeClr>
            </a:solidFill>
            <a:latin typeface="+mn-lt"/>
          </a:endParaRPr>
        </a:p>
      </dgm:t>
    </dgm:pt>
    <dgm:pt modelId="{9D175633-E8E1-4581-B40C-A01DB97CD87D}">
      <dgm:prSet phldrT="[Text]" custT="1"/>
      <dgm:spPr>
        <a:solidFill>
          <a:schemeClr val="bg1">
            <a:lumMod val="95000"/>
          </a:schemeClr>
        </a:solidFill>
        <a:ln>
          <a:solidFill>
            <a:schemeClr val="accent1">
              <a:lumMod val="60000"/>
              <a:lumOff val="40000"/>
            </a:schemeClr>
          </a:solidFill>
        </a:ln>
        <a:effectLst>
          <a:outerShdw blurRad="50800" dist="38100" dir="5400000" algn="t" rotWithShape="0">
            <a:prstClr val="black">
              <a:alpha val="40000"/>
            </a:prstClr>
          </a:outerShdw>
        </a:effectLst>
      </dgm:spPr>
      <dgm:t>
        <a:bodyPr/>
        <a:lstStyle/>
        <a:p>
          <a:r>
            <a:rPr lang="en-US" sz="1400" b="1" dirty="0">
              <a:solidFill>
                <a:schemeClr val="accent1">
                  <a:lumMod val="75000"/>
                </a:schemeClr>
              </a:solidFill>
              <a:latin typeface="+mn-lt"/>
            </a:rPr>
            <a:t>IoT</a:t>
          </a:r>
        </a:p>
      </dgm:t>
    </dgm:pt>
    <dgm:pt modelId="{A3601CE7-FF04-4818-97F5-DABF20F6DF42}" type="parTrans" cxnId="{E9BF08BB-4CB8-4889-A2B5-5FD329E50EB9}">
      <dgm:prSet custT="1"/>
      <dgm:spPr>
        <a:ln>
          <a:solidFill>
            <a:schemeClr val="accent1">
              <a:lumMod val="60000"/>
              <a:lumOff val="40000"/>
            </a:schemeClr>
          </a:solidFill>
        </a:ln>
      </dgm:spPr>
      <dgm:t>
        <a:bodyPr/>
        <a:lstStyle/>
        <a:p>
          <a:endParaRPr lang="en-US" sz="1100" b="1" dirty="0">
            <a:solidFill>
              <a:schemeClr val="accent1">
                <a:lumMod val="75000"/>
              </a:schemeClr>
            </a:solidFill>
            <a:latin typeface="+mn-lt"/>
          </a:endParaRPr>
        </a:p>
      </dgm:t>
    </dgm:pt>
    <dgm:pt modelId="{94952106-1656-4294-8306-1F68753705BE}" type="sibTrans" cxnId="{E9BF08BB-4CB8-4889-A2B5-5FD329E50EB9}">
      <dgm:prSet/>
      <dgm:spPr/>
      <dgm:t>
        <a:bodyPr/>
        <a:lstStyle/>
        <a:p>
          <a:endParaRPr lang="en-US" sz="1100" b="1">
            <a:solidFill>
              <a:schemeClr val="accent1">
                <a:lumMod val="75000"/>
              </a:schemeClr>
            </a:solidFill>
            <a:latin typeface="+mn-lt"/>
          </a:endParaRPr>
        </a:p>
      </dgm:t>
    </dgm:pt>
    <dgm:pt modelId="{E0ACE647-354A-4480-BA04-C3F3D60978B8}">
      <dgm:prSet phldrT="[Text]" custT="1"/>
      <dgm:spPr>
        <a:solidFill>
          <a:schemeClr val="bg1">
            <a:lumMod val="95000"/>
          </a:schemeClr>
        </a:solidFill>
        <a:ln>
          <a:solidFill>
            <a:srgbClr val="D80EC0"/>
          </a:solidFill>
        </a:ln>
        <a:effectLst>
          <a:outerShdw blurRad="50800" dist="38100" dir="5400000" algn="t" rotWithShape="0">
            <a:prstClr val="black">
              <a:alpha val="40000"/>
            </a:prstClr>
          </a:outerShdw>
        </a:effectLst>
      </dgm:spPr>
      <dgm:t>
        <a:bodyPr/>
        <a:lstStyle/>
        <a:p>
          <a:r>
            <a:rPr lang="en-US" sz="1100" b="1" dirty="0">
              <a:solidFill>
                <a:schemeClr val="accent1">
                  <a:lumMod val="75000"/>
                </a:schemeClr>
              </a:solidFill>
              <a:latin typeface="+mn-lt"/>
            </a:rPr>
            <a:t>Additive Manufacturing</a:t>
          </a:r>
        </a:p>
      </dgm:t>
    </dgm:pt>
    <dgm:pt modelId="{93B0DC62-7CC4-450C-A27E-B62C555749BB}" type="parTrans" cxnId="{D53C0C03-BD05-483F-A15C-896210E1CE52}">
      <dgm:prSet custT="1"/>
      <dgm:spPr>
        <a:ln>
          <a:solidFill>
            <a:srgbClr val="B40CA0"/>
          </a:solidFill>
        </a:ln>
      </dgm:spPr>
      <dgm:t>
        <a:bodyPr/>
        <a:lstStyle/>
        <a:p>
          <a:endParaRPr lang="en-US" sz="1100" b="1" dirty="0">
            <a:solidFill>
              <a:schemeClr val="accent1">
                <a:lumMod val="75000"/>
              </a:schemeClr>
            </a:solidFill>
            <a:latin typeface="+mn-lt"/>
          </a:endParaRPr>
        </a:p>
      </dgm:t>
    </dgm:pt>
    <dgm:pt modelId="{24ADF146-80CD-4B75-BE40-4AB9FBD6BFAE}" type="sibTrans" cxnId="{D53C0C03-BD05-483F-A15C-896210E1CE52}">
      <dgm:prSet/>
      <dgm:spPr/>
      <dgm:t>
        <a:bodyPr/>
        <a:lstStyle/>
        <a:p>
          <a:endParaRPr lang="en-US" sz="1100" b="1">
            <a:solidFill>
              <a:schemeClr val="accent1">
                <a:lumMod val="75000"/>
              </a:schemeClr>
            </a:solidFill>
            <a:latin typeface="+mn-lt"/>
          </a:endParaRPr>
        </a:p>
      </dgm:t>
    </dgm:pt>
    <dgm:pt modelId="{5BDECFB2-C22B-4A9F-864E-53465AB83B3A}">
      <dgm:prSet custT="1"/>
      <dgm:spPr>
        <a:solidFill>
          <a:schemeClr val="bg1">
            <a:lumMod val="95000"/>
          </a:schemeClr>
        </a:solidFill>
        <a:ln>
          <a:solidFill>
            <a:srgbClr val="00B050"/>
          </a:solidFill>
        </a:ln>
        <a:effectLst>
          <a:outerShdw blurRad="50800" dist="38100" dir="5400000" algn="t" rotWithShape="0">
            <a:prstClr val="black">
              <a:alpha val="40000"/>
            </a:prstClr>
          </a:outerShdw>
        </a:effectLst>
      </dgm:spPr>
      <dgm:t>
        <a:bodyPr/>
        <a:lstStyle/>
        <a:p>
          <a:r>
            <a:rPr lang="en-US" sz="1100" b="1" dirty="0">
              <a:solidFill>
                <a:schemeClr val="accent1">
                  <a:lumMod val="75000"/>
                </a:schemeClr>
              </a:solidFill>
              <a:latin typeface="+mn-lt"/>
            </a:rPr>
            <a:t>Cloud Computing</a:t>
          </a:r>
        </a:p>
      </dgm:t>
    </dgm:pt>
    <dgm:pt modelId="{E63AFE9B-A143-4EB8-A5B3-6646A9CC4202}" type="parTrans" cxnId="{E1FEDF70-94F9-4BE8-809A-43F7586F660E}">
      <dgm:prSet custT="1"/>
      <dgm:spPr>
        <a:ln>
          <a:solidFill>
            <a:srgbClr val="00B050"/>
          </a:solidFill>
        </a:ln>
      </dgm:spPr>
      <dgm:t>
        <a:bodyPr/>
        <a:lstStyle/>
        <a:p>
          <a:endParaRPr lang="en-US" sz="1100" b="1" dirty="0">
            <a:solidFill>
              <a:schemeClr val="accent1">
                <a:lumMod val="75000"/>
              </a:schemeClr>
            </a:solidFill>
            <a:latin typeface="+mn-lt"/>
          </a:endParaRPr>
        </a:p>
      </dgm:t>
    </dgm:pt>
    <dgm:pt modelId="{F30EB312-8B24-416D-9CBD-AEF885309483}" type="sibTrans" cxnId="{E1FEDF70-94F9-4BE8-809A-43F7586F660E}">
      <dgm:prSet/>
      <dgm:spPr/>
      <dgm:t>
        <a:bodyPr/>
        <a:lstStyle/>
        <a:p>
          <a:endParaRPr lang="en-US" sz="1100" b="1">
            <a:solidFill>
              <a:schemeClr val="accent1">
                <a:lumMod val="75000"/>
              </a:schemeClr>
            </a:solidFill>
            <a:latin typeface="+mn-lt"/>
          </a:endParaRPr>
        </a:p>
      </dgm:t>
    </dgm:pt>
    <dgm:pt modelId="{AD82D5CD-C52C-4B08-9259-D817AC568A64}">
      <dgm:prSet custT="1"/>
      <dgm:spPr>
        <a:solidFill>
          <a:schemeClr val="bg1">
            <a:lumMod val="95000"/>
          </a:schemeClr>
        </a:solidFill>
        <a:ln>
          <a:solidFill>
            <a:srgbClr val="C00000"/>
          </a:solidFill>
        </a:ln>
        <a:effectLst>
          <a:outerShdw blurRad="50800" dist="38100" dir="5400000" algn="t" rotWithShape="0">
            <a:prstClr val="black">
              <a:alpha val="40000"/>
            </a:prstClr>
          </a:outerShdw>
        </a:effectLst>
      </dgm:spPr>
      <dgm:t>
        <a:bodyPr/>
        <a:lstStyle/>
        <a:p>
          <a:r>
            <a:rPr lang="en-US" sz="1100" b="1" dirty="0">
              <a:solidFill>
                <a:schemeClr val="accent1">
                  <a:lumMod val="75000"/>
                </a:schemeClr>
              </a:solidFill>
              <a:latin typeface="+mn-lt"/>
            </a:rPr>
            <a:t>Augmented Reality</a:t>
          </a:r>
        </a:p>
      </dgm:t>
    </dgm:pt>
    <dgm:pt modelId="{D11AEEE3-6C83-471C-80FB-975B481E6DB9}" type="parTrans" cxnId="{8EA63847-49F7-48C5-B894-B3E8A6998386}">
      <dgm:prSet custT="1"/>
      <dgm:spPr>
        <a:ln>
          <a:solidFill>
            <a:srgbClr val="C00000"/>
          </a:solidFill>
        </a:ln>
      </dgm:spPr>
      <dgm:t>
        <a:bodyPr/>
        <a:lstStyle/>
        <a:p>
          <a:endParaRPr lang="en-US" sz="1100" b="1" dirty="0">
            <a:solidFill>
              <a:schemeClr val="accent1">
                <a:lumMod val="75000"/>
              </a:schemeClr>
            </a:solidFill>
            <a:latin typeface="+mn-lt"/>
          </a:endParaRPr>
        </a:p>
      </dgm:t>
    </dgm:pt>
    <dgm:pt modelId="{72CC813E-6F3B-468D-83C4-FD816B1736B9}" type="sibTrans" cxnId="{8EA63847-49F7-48C5-B894-B3E8A6998386}">
      <dgm:prSet/>
      <dgm:spPr/>
      <dgm:t>
        <a:bodyPr/>
        <a:lstStyle/>
        <a:p>
          <a:endParaRPr lang="en-US" sz="1100" b="1">
            <a:solidFill>
              <a:schemeClr val="accent1">
                <a:lumMod val="75000"/>
              </a:schemeClr>
            </a:solidFill>
            <a:latin typeface="+mn-lt"/>
          </a:endParaRPr>
        </a:p>
      </dgm:t>
    </dgm:pt>
    <dgm:pt modelId="{640D73A4-A813-49C8-929A-AC74B7344532}">
      <dgm:prSet custT="1"/>
      <dgm:spPr>
        <a:solidFill>
          <a:schemeClr val="bg1">
            <a:lumMod val="95000"/>
          </a:schemeClr>
        </a:solidFill>
        <a:ln>
          <a:solidFill>
            <a:srgbClr val="0070C0"/>
          </a:solidFill>
        </a:ln>
        <a:effectLst>
          <a:outerShdw blurRad="50800" dist="38100" dir="5400000" algn="t" rotWithShape="0">
            <a:prstClr val="black">
              <a:alpha val="40000"/>
            </a:prstClr>
          </a:outerShdw>
        </a:effectLst>
      </dgm:spPr>
      <dgm:t>
        <a:bodyPr/>
        <a:lstStyle/>
        <a:p>
          <a:r>
            <a:rPr lang="en-US" sz="1100" b="1" dirty="0">
              <a:solidFill>
                <a:schemeClr val="accent1">
                  <a:lumMod val="75000"/>
                </a:schemeClr>
              </a:solidFill>
              <a:latin typeface="+mn-lt"/>
            </a:rPr>
            <a:t>Big Data</a:t>
          </a:r>
        </a:p>
      </dgm:t>
    </dgm:pt>
    <dgm:pt modelId="{C4D725AF-3107-4BA8-9643-1E440BCC79A7}" type="parTrans" cxnId="{9769F22D-6080-4119-B64A-56329174AB0A}">
      <dgm:prSet custT="1"/>
      <dgm:spPr>
        <a:ln>
          <a:solidFill>
            <a:schemeClr val="accent1">
              <a:lumMod val="60000"/>
              <a:lumOff val="40000"/>
            </a:schemeClr>
          </a:solidFill>
        </a:ln>
      </dgm:spPr>
      <dgm:t>
        <a:bodyPr/>
        <a:lstStyle/>
        <a:p>
          <a:endParaRPr lang="en-US" sz="1100" b="1" dirty="0">
            <a:solidFill>
              <a:schemeClr val="accent1">
                <a:lumMod val="75000"/>
              </a:schemeClr>
            </a:solidFill>
            <a:latin typeface="+mn-lt"/>
          </a:endParaRPr>
        </a:p>
      </dgm:t>
    </dgm:pt>
    <dgm:pt modelId="{A2D6EAF4-BD3A-4447-9855-C0984935B416}" type="sibTrans" cxnId="{9769F22D-6080-4119-B64A-56329174AB0A}">
      <dgm:prSet/>
      <dgm:spPr/>
      <dgm:t>
        <a:bodyPr/>
        <a:lstStyle/>
        <a:p>
          <a:endParaRPr lang="en-US" sz="1100" b="1">
            <a:solidFill>
              <a:schemeClr val="accent1">
                <a:lumMod val="75000"/>
              </a:schemeClr>
            </a:solidFill>
            <a:latin typeface="+mn-lt"/>
          </a:endParaRPr>
        </a:p>
      </dgm:t>
    </dgm:pt>
    <dgm:pt modelId="{D31AFAED-9493-4DB4-A792-76BF2DEC97E1}">
      <dgm:prSet custT="1"/>
      <dgm:spPr>
        <a:solidFill>
          <a:schemeClr val="bg1">
            <a:lumMod val="95000"/>
          </a:schemeClr>
        </a:solidFill>
        <a:ln>
          <a:solidFill>
            <a:srgbClr val="00B050"/>
          </a:solidFill>
        </a:ln>
        <a:effectLst>
          <a:outerShdw blurRad="50800" dist="38100" dir="5400000" algn="t" rotWithShape="0">
            <a:prstClr val="black">
              <a:alpha val="40000"/>
            </a:prstClr>
          </a:outerShdw>
        </a:effectLst>
      </dgm:spPr>
      <dgm:t>
        <a:bodyPr/>
        <a:lstStyle/>
        <a:p>
          <a:r>
            <a:rPr lang="en-US" sz="1100" b="1" dirty="0" smtClean="0">
              <a:solidFill>
                <a:schemeClr val="accent1">
                  <a:lumMod val="75000"/>
                </a:schemeClr>
              </a:solidFill>
              <a:latin typeface="+mn-lt"/>
            </a:rPr>
            <a:t>RPA</a:t>
          </a:r>
          <a:endParaRPr lang="en-US" sz="1100" b="1" dirty="0">
            <a:solidFill>
              <a:schemeClr val="accent1">
                <a:lumMod val="75000"/>
              </a:schemeClr>
            </a:solidFill>
            <a:latin typeface="+mn-lt"/>
          </a:endParaRPr>
        </a:p>
      </dgm:t>
    </dgm:pt>
    <dgm:pt modelId="{2B3B6025-066C-42F3-8025-E8C66DB8AFE5}" type="parTrans" cxnId="{185BC73A-CAAA-481F-AB0A-0F96EDE8A9C2}">
      <dgm:prSet custT="1"/>
      <dgm:spPr>
        <a:ln>
          <a:solidFill>
            <a:srgbClr val="00B050"/>
          </a:solidFill>
        </a:ln>
      </dgm:spPr>
      <dgm:t>
        <a:bodyPr/>
        <a:lstStyle/>
        <a:p>
          <a:endParaRPr lang="en-US" sz="1100" b="1" dirty="0">
            <a:solidFill>
              <a:schemeClr val="accent1">
                <a:lumMod val="75000"/>
              </a:schemeClr>
            </a:solidFill>
            <a:latin typeface="+mn-lt"/>
          </a:endParaRPr>
        </a:p>
      </dgm:t>
    </dgm:pt>
    <dgm:pt modelId="{75C062CA-6505-45CF-8972-DE57E1EEF93F}" type="sibTrans" cxnId="{185BC73A-CAAA-481F-AB0A-0F96EDE8A9C2}">
      <dgm:prSet/>
      <dgm:spPr/>
      <dgm:t>
        <a:bodyPr/>
        <a:lstStyle/>
        <a:p>
          <a:endParaRPr lang="en-US" sz="1100" b="1">
            <a:solidFill>
              <a:schemeClr val="accent1">
                <a:lumMod val="75000"/>
              </a:schemeClr>
            </a:solidFill>
            <a:latin typeface="+mn-lt"/>
          </a:endParaRPr>
        </a:p>
      </dgm:t>
    </dgm:pt>
    <dgm:pt modelId="{EA2DFF67-A236-47F6-98AA-B0D64B7A0135}">
      <dgm:prSet custT="1"/>
      <dgm:spPr>
        <a:solidFill>
          <a:schemeClr val="bg1">
            <a:lumMod val="95000"/>
          </a:schemeClr>
        </a:solidFill>
        <a:ln>
          <a:solidFill>
            <a:srgbClr val="B40CA0"/>
          </a:solidFill>
        </a:ln>
        <a:effectLst>
          <a:outerShdw blurRad="50800" dist="38100" dir="5400000" algn="t" rotWithShape="0">
            <a:prstClr val="black">
              <a:alpha val="40000"/>
            </a:prstClr>
          </a:outerShdw>
        </a:effectLst>
      </dgm:spPr>
      <dgm:t>
        <a:bodyPr/>
        <a:lstStyle/>
        <a:p>
          <a:r>
            <a:rPr lang="en-US" sz="1100" b="1" dirty="0">
              <a:solidFill>
                <a:schemeClr val="accent1">
                  <a:lumMod val="75000"/>
                </a:schemeClr>
              </a:solidFill>
              <a:latin typeface="+mn-lt"/>
            </a:rPr>
            <a:t>Artificial Intelligence</a:t>
          </a:r>
        </a:p>
      </dgm:t>
    </dgm:pt>
    <dgm:pt modelId="{35F0E0EC-A48B-4B32-B51F-5C0339647E57}" type="sibTrans" cxnId="{64F892B7-03F6-4FAF-B41C-DD72C8D01056}">
      <dgm:prSet/>
      <dgm:spPr/>
      <dgm:t>
        <a:bodyPr/>
        <a:lstStyle/>
        <a:p>
          <a:endParaRPr lang="en-US" sz="1100" b="1">
            <a:solidFill>
              <a:schemeClr val="accent1">
                <a:lumMod val="75000"/>
              </a:schemeClr>
            </a:solidFill>
            <a:latin typeface="+mn-lt"/>
          </a:endParaRPr>
        </a:p>
      </dgm:t>
    </dgm:pt>
    <dgm:pt modelId="{EAF31599-0F63-40B9-AC54-FA5CE50EC8AB}" type="parTrans" cxnId="{64F892B7-03F6-4FAF-B41C-DD72C8D01056}">
      <dgm:prSet custT="1"/>
      <dgm:spPr>
        <a:ln>
          <a:solidFill>
            <a:srgbClr val="B40CA0"/>
          </a:solidFill>
        </a:ln>
      </dgm:spPr>
      <dgm:t>
        <a:bodyPr/>
        <a:lstStyle/>
        <a:p>
          <a:endParaRPr lang="en-US" sz="1100" b="1" dirty="0">
            <a:solidFill>
              <a:schemeClr val="accent1">
                <a:lumMod val="75000"/>
              </a:schemeClr>
            </a:solidFill>
            <a:latin typeface="+mn-lt"/>
          </a:endParaRPr>
        </a:p>
      </dgm:t>
    </dgm:pt>
    <dgm:pt modelId="{67FF1908-7101-4E51-9D39-DBECB6E3B062}" type="pres">
      <dgm:prSet presAssocID="{06135F80-B4C6-4DD5-B7B1-54B75E15FF3B}" presName="cycle" presStyleCnt="0">
        <dgm:presLayoutVars>
          <dgm:chMax val="1"/>
          <dgm:dir/>
          <dgm:animLvl val="ctr"/>
          <dgm:resizeHandles val="exact"/>
        </dgm:presLayoutVars>
      </dgm:prSet>
      <dgm:spPr/>
      <dgm:t>
        <a:bodyPr/>
        <a:lstStyle/>
        <a:p>
          <a:endParaRPr lang="en-US"/>
        </a:p>
      </dgm:t>
    </dgm:pt>
    <dgm:pt modelId="{F4DCC64D-4490-44B6-B199-9140814E3DE7}" type="pres">
      <dgm:prSet presAssocID="{725B5A82-4DB7-4645-98C7-6A0209885E3F}" presName="centerShape" presStyleLbl="node0" presStyleIdx="0" presStyleCnt="1" custScaleX="117166"/>
      <dgm:spPr/>
      <dgm:t>
        <a:bodyPr/>
        <a:lstStyle/>
        <a:p>
          <a:endParaRPr lang="en-US"/>
        </a:p>
      </dgm:t>
    </dgm:pt>
    <dgm:pt modelId="{D7CB1331-1137-44FC-AF41-297A116B5ABB}" type="pres">
      <dgm:prSet presAssocID="{1FA399A7-B95A-4ADB-84FE-4F5265C3D847}" presName="Name9" presStyleLbl="parChTrans1D2" presStyleIdx="0" presStyleCnt="8"/>
      <dgm:spPr/>
      <dgm:t>
        <a:bodyPr/>
        <a:lstStyle/>
        <a:p>
          <a:endParaRPr lang="en-US"/>
        </a:p>
      </dgm:t>
    </dgm:pt>
    <dgm:pt modelId="{3EB4538B-502A-4870-95D9-8E9F89691A5C}" type="pres">
      <dgm:prSet presAssocID="{1FA399A7-B95A-4ADB-84FE-4F5265C3D847}" presName="connTx" presStyleLbl="parChTrans1D2" presStyleIdx="0" presStyleCnt="8"/>
      <dgm:spPr/>
      <dgm:t>
        <a:bodyPr/>
        <a:lstStyle/>
        <a:p>
          <a:endParaRPr lang="en-US"/>
        </a:p>
      </dgm:t>
    </dgm:pt>
    <dgm:pt modelId="{71C5E90B-BE8F-46B2-AC57-960EEC88018B}" type="pres">
      <dgm:prSet presAssocID="{DCD2107B-72F4-4735-BC02-82A966C61416}" presName="node" presStyleLbl="node1" presStyleIdx="0" presStyleCnt="8" custScaleX="117166">
        <dgm:presLayoutVars>
          <dgm:bulletEnabled val="1"/>
        </dgm:presLayoutVars>
      </dgm:prSet>
      <dgm:spPr/>
      <dgm:t>
        <a:bodyPr/>
        <a:lstStyle/>
        <a:p>
          <a:endParaRPr lang="en-US"/>
        </a:p>
      </dgm:t>
    </dgm:pt>
    <dgm:pt modelId="{71499F0B-E991-4247-AAF3-717C809E5497}" type="pres">
      <dgm:prSet presAssocID="{A3601CE7-FF04-4818-97F5-DABF20F6DF42}" presName="Name9" presStyleLbl="parChTrans1D2" presStyleIdx="1" presStyleCnt="8"/>
      <dgm:spPr/>
      <dgm:t>
        <a:bodyPr/>
        <a:lstStyle/>
        <a:p>
          <a:endParaRPr lang="en-US"/>
        </a:p>
      </dgm:t>
    </dgm:pt>
    <dgm:pt modelId="{D168226A-515D-44DD-B1DF-00917154D671}" type="pres">
      <dgm:prSet presAssocID="{A3601CE7-FF04-4818-97F5-DABF20F6DF42}" presName="connTx" presStyleLbl="parChTrans1D2" presStyleIdx="1" presStyleCnt="8"/>
      <dgm:spPr/>
      <dgm:t>
        <a:bodyPr/>
        <a:lstStyle/>
        <a:p>
          <a:endParaRPr lang="en-US"/>
        </a:p>
      </dgm:t>
    </dgm:pt>
    <dgm:pt modelId="{A39E3E1C-EB6A-41CD-AC0A-111697311539}" type="pres">
      <dgm:prSet presAssocID="{9D175633-E8E1-4581-B40C-A01DB97CD87D}" presName="node" presStyleLbl="node1" presStyleIdx="1" presStyleCnt="8" custScaleX="115131">
        <dgm:presLayoutVars>
          <dgm:bulletEnabled val="1"/>
        </dgm:presLayoutVars>
      </dgm:prSet>
      <dgm:spPr/>
      <dgm:t>
        <a:bodyPr/>
        <a:lstStyle/>
        <a:p>
          <a:endParaRPr lang="en-US"/>
        </a:p>
      </dgm:t>
    </dgm:pt>
    <dgm:pt modelId="{78B10E53-029E-41D1-8F5A-CDF4B8869FCF}" type="pres">
      <dgm:prSet presAssocID="{93B0DC62-7CC4-450C-A27E-B62C555749BB}" presName="Name9" presStyleLbl="parChTrans1D2" presStyleIdx="2" presStyleCnt="8"/>
      <dgm:spPr/>
      <dgm:t>
        <a:bodyPr/>
        <a:lstStyle/>
        <a:p>
          <a:endParaRPr lang="en-US"/>
        </a:p>
      </dgm:t>
    </dgm:pt>
    <dgm:pt modelId="{95C29117-F67A-4739-812D-690C6FE40B9A}" type="pres">
      <dgm:prSet presAssocID="{93B0DC62-7CC4-450C-A27E-B62C555749BB}" presName="connTx" presStyleLbl="parChTrans1D2" presStyleIdx="2" presStyleCnt="8"/>
      <dgm:spPr/>
      <dgm:t>
        <a:bodyPr/>
        <a:lstStyle/>
        <a:p>
          <a:endParaRPr lang="en-US"/>
        </a:p>
      </dgm:t>
    </dgm:pt>
    <dgm:pt modelId="{F0E2A986-B1E2-4BD9-A121-07E081D77262}" type="pres">
      <dgm:prSet presAssocID="{E0ACE647-354A-4480-BA04-C3F3D60978B8}" presName="node" presStyleLbl="node1" presStyleIdx="2" presStyleCnt="8" custScaleX="150011">
        <dgm:presLayoutVars>
          <dgm:bulletEnabled val="1"/>
        </dgm:presLayoutVars>
      </dgm:prSet>
      <dgm:spPr/>
      <dgm:t>
        <a:bodyPr/>
        <a:lstStyle/>
        <a:p>
          <a:endParaRPr lang="en-US"/>
        </a:p>
      </dgm:t>
    </dgm:pt>
    <dgm:pt modelId="{8CA24500-EFEA-4608-9D6B-57962C1A7A1F}" type="pres">
      <dgm:prSet presAssocID="{E63AFE9B-A143-4EB8-A5B3-6646A9CC4202}" presName="Name9" presStyleLbl="parChTrans1D2" presStyleIdx="3" presStyleCnt="8"/>
      <dgm:spPr/>
      <dgm:t>
        <a:bodyPr/>
        <a:lstStyle/>
        <a:p>
          <a:endParaRPr lang="en-US"/>
        </a:p>
      </dgm:t>
    </dgm:pt>
    <dgm:pt modelId="{47540541-2E7B-4F1B-9E8F-CE69E7E26965}" type="pres">
      <dgm:prSet presAssocID="{E63AFE9B-A143-4EB8-A5B3-6646A9CC4202}" presName="connTx" presStyleLbl="parChTrans1D2" presStyleIdx="3" presStyleCnt="8"/>
      <dgm:spPr/>
      <dgm:t>
        <a:bodyPr/>
        <a:lstStyle/>
        <a:p>
          <a:endParaRPr lang="en-US"/>
        </a:p>
      </dgm:t>
    </dgm:pt>
    <dgm:pt modelId="{38020140-635E-4D95-907D-4FB31746DB61}" type="pres">
      <dgm:prSet presAssocID="{5BDECFB2-C22B-4A9F-864E-53465AB83B3A}" presName="node" presStyleLbl="node1" presStyleIdx="3" presStyleCnt="8" custScaleX="125745" custRadScaleRad="107412" custRadScaleInc="-17017">
        <dgm:presLayoutVars>
          <dgm:bulletEnabled val="1"/>
        </dgm:presLayoutVars>
      </dgm:prSet>
      <dgm:spPr/>
      <dgm:t>
        <a:bodyPr/>
        <a:lstStyle/>
        <a:p>
          <a:endParaRPr lang="en-US"/>
        </a:p>
      </dgm:t>
    </dgm:pt>
    <dgm:pt modelId="{CA9F8EDA-69B5-4D1F-89DE-400A230E067C}" type="pres">
      <dgm:prSet presAssocID="{D11AEEE3-6C83-471C-80FB-975B481E6DB9}" presName="Name9" presStyleLbl="parChTrans1D2" presStyleIdx="4" presStyleCnt="8"/>
      <dgm:spPr/>
      <dgm:t>
        <a:bodyPr/>
        <a:lstStyle/>
        <a:p>
          <a:endParaRPr lang="en-US"/>
        </a:p>
      </dgm:t>
    </dgm:pt>
    <dgm:pt modelId="{2A678178-B127-4B4A-99AB-A590AC2D7118}" type="pres">
      <dgm:prSet presAssocID="{D11AEEE3-6C83-471C-80FB-975B481E6DB9}" presName="connTx" presStyleLbl="parChTrans1D2" presStyleIdx="4" presStyleCnt="8"/>
      <dgm:spPr/>
      <dgm:t>
        <a:bodyPr/>
        <a:lstStyle/>
        <a:p>
          <a:endParaRPr lang="en-US"/>
        </a:p>
      </dgm:t>
    </dgm:pt>
    <dgm:pt modelId="{14D9BEE1-76FF-443C-8D88-423C05DAE0C7}" type="pres">
      <dgm:prSet presAssocID="{AD82D5CD-C52C-4B08-9259-D817AC568A64}" presName="node" presStyleLbl="node1" presStyleIdx="4" presStyleCnt="8" custScaleX="125666" custRadScaleRad="99999" custRadScaleInc="-22">
        <dgm:presLayoutVars>
          <dgm:bulletEnabled val="1"/>
        </dgm:presLayoutVars>
      </dgm:prSet>
      <dgm:spPr/>
      <dgm:t>
        <a:bodyPr/>
        <a:lstStyle/>
        <a:p>
          <a:endParaRPr lang="en-US"/>
        </a:p>
      </dgm:t>
    </dgm:pt>
    <dgm:pt modelId="{989A72F9-FED7-4BDA-B4F2-8DBCF8F42F68}" type="pres">
      <dgm:prSet presAssocID="{C4D725AF-3107-4BA8-9643-1E440BCC79A7}" presName="Name9" presStyleLbl="parChTrans1D2" presStyleIdx="5" presStyleCnt="8"/>
      <dgm:spPr/>
      <dgm:t>
        <a:bodyPr/>
        <a:lstStyle/>
        <a:p>
          <a:endParaRPr lang="en-US"/>
        </a:p>
      </dgm:t>
    </dgm:pt>
    <dgm:pt modelId="{793319C1-0B9E-49BD-A59E-AA1E5F9C0673}" type="pres">
      <dgm:prSet presAssocID="{C4D725AF-3107-4BA8-9643-1E440BCC79A7}" presName="connTx" presStyleLbl="parChTrans1D2" presStyleIdx="5" presStyleCnt="8"/>
      <dgm:spPr/>
      <dgm:t>
        <a:bodyPr/>
        <a:lstStyle/>
        <a:p>
          <a:endParaRPr lang="en-US"/>
        </a:p>
      </dgm:t>
    </dgm:pt>
    <dgm:pt modelId="{4FFC5439-9C46-4E69-B50B-E0FE80B822B9}" type="pres">
      <dgm:prSet presAssocID="{640D73A4-A813-49C8-929A-AC74B7344532}" presName="node" presStyleLbl="node1" presStyleIdx="5" presStyleCnt="8" custScaleX="125716" custRadScaleRad="97388" custRadScaleInc="6926">
        <dgm:presLayoutVars>
          <dgm:bulletEnabled val="1"/>
        </dgm:presLayoutVars>
      </dgm:prSet>
      <dgm:spPr/>
      <dgm:t>
        <a:bodyPr/>
        <a:lstStyle/>
        <a:p>
          <a:endParaRPr lang="en-US"/>
        </a:p>
      </dgm:t>
    </dgm:pt>
    <dgm:pt modelId="{132FFF4D-6C2B-4C53-9A1D-904CB7871115}" type="pres">
      <dgm:prSet presAssocID="{EAF31599-0F63-40B9-AC54-FA5CE50EC8AB}" presName="Name9" presStyleLbl="parChTrans1D2" presStyleIdx="6" presStyleCnt="8"/>
      <dgm:spPr/>
      <dgm:t>
        <a:bodyPr/>
        <a:lstStyle/>
        <a:p>
          <a:endParaRPr lang="en-US"/>
        </a:p>
      </dgm:t>
    </dgm:pt>
    <dgm:pt modelId="{C0DEE3BB-FFBA-4147-B05B-ED269881510E}" type="pres">
      <dgm:prSet presAssocID="{EAF31599-0F63-40B9-AC54-FA5CE50EC8AB}" presName="connTx" presStyleLbl="parChTrans1D2" presStyleIdx="6" presStyleCnt="8"/>
      <dgm:spPr/>
      <dgm:t>
        <a:bodyPr/>
        <a:lstStyle/>
        <a:p>
          <a:endParaRPr lang="en-US"/>
        </a:p>
      </dgm:t>
    </dgm:pt>
    <dgm:pt modelId="{7048AA0F-EA81-4B66-BB64-A2D6493565EA}" type="pres">
      <dgm:prSet presAssocID="{EA2DFF67-A236-47F6-98AA-B0D64B7A0135}" presName="node" presStyleLbl="node1" presStyleIdx="6" presStyleCnt="8" custScaleX="152968">
        <dgm:presLayoutVars>
          <dgm:bulletEnabled val="1"/>
        </dgm:presLayoutVars>
      </dgm:prSet>
      <dgm:spPr/>
      <dgm:t>
        <a:bodyPr/>
        <a:lstStyle/>
        <a:p>
          <a:endParaRPr lang="en-US"/>
        </a:p>
      </dgm:t>
    </dgm:pt>
    <dgm:pt modelId="{FF1D0B23-6B43-4507-BC5F-C6369716BAFF}" type="pres">
      <dgm:prSet presAssocID="{2B3B6025-066C-42F3-8025-E8C66DB8AFE5}" presName="Name9" presStyleLbl="parChTrans1D2" presStyleIdx="7" presStyleCnt="8"/>
      <dgm:spPr/>
      <dgm:t>
        <a:bodyPr/>
        <a:lstStyle/>
        <a:p>
          <a:endParaRPr lang="en-US"/>
        </a:p>
      </dgm:t>
    </dgm:pt>
    <dgm:pt modelId="{834F8DD8-4700-4DA9-BA46-149FA19ED437}" type="pres">
      <dgm:prSet presAssocID="{2B3B6025-066C-42F3-8025-E8C66DB8AFE5}" presName="connTx" presStyleLbl="parChTrans1D2" presStyleIdx="7" presStyleCnt="8"/>
      <dgm:spPr/>
      <dgm:t>
        <a:bodyPr/>
        <a:lstStyle/>
        <a:p>
          <a:endParaRPr lang="en-US"/>
        </a:p>
      </dgm:t>
    </dgm:pt>
    <dgm:pt modelId="{978319CD-EBA1-47B3-81A9-8B7E210CAF53}" type="pres">
      <dgm:prSet presAssocID="{D31AFAED-9493-4DB4-A792-76BF2DEC97E1}" presName="node" presStyleLbl="node1" presStyleIdx="7" presStyleCnt="8" custScaleX="125716">
        <dgm:presLayoutVars>
          <dgm:bulletEnabled val="1"/>
        </dgm:presLayoutVars>
      </dgm:prSet>
      <dgm:spPr/>
      <dgm:t>
        <a:bodyPr/>
        <a:lstStyle/>
        <a:p>
          <a:endParaRPr lang="en-US"/>
        </a:p>
      </dgm:t>
    </dgm:pt>
  </dgm:ptLst>
  <dgm:cxnLst>
    <dgm:cxn modelId="{EDBB93AF-9640-441F-8616-F1C285EAB724}" srcId="{725B5A82-4DB7-4645-98C7-6A0209885E3F}" destId="{DCD2107B-72F4-4735-BC02-82A966C61416}" srcOrd="0" destOrd="0" parTransId="{1FA399A7-B95A-4ADB-84FE-4F5265C3D847}" sibTransId="{BD824F9E-B469-4C01-8D6F-5639CD1F2AEC}"/>
    <dgm:cxn modelId="{4D2503C4-7C10-4049-9A6D-84E932BDA987}" type="presOf" srcId="{2B3B6025-066C-42F3-8025-E8C66DB8AFE5}" destId="{834F8DD8-4700-4DA9-BA46-149FA19ED437}" srcOrd="1" destOrd="0" presId="urn:microsoft.com/office/officeart/2005/8/layout/radial1"/>
    <dgm:cxn modelId="{E1FEDF70-94F9-4BE8-809A-43F7586F660E}" srcId="{725B5A82-4DB7-4645-98C7-6A0209885E3F}" destId="{5BDECFB2-C22B-4A9F-864E-53465AB83B3A}" srcOrd="3" destOrd="0" parTransId="{E63AFE9B-A143-4EB8-A5B3-6646A9CC4202}" sibTransId="{F30EB312-8B24-416D-9CBD-AEF885309483}"/>
    <dgm:cxn modelId="{64F892B7-03F6-4FAF-B41C-DD72C8D01056}" srcId="{725B5A82-4DB7-4645-98C7-6A0209885E3F}" destId="{EA2DFF67-A236-47F6-98AA-B0D64B7A0135}" srcOrd="6" destOrd="0" parTransId="{EAF31599-0F63-40B9-AC54-FA5CE50EC8AB}" sibTransId="{35F0E0EC-A48B-4B32-B51F-5C0339647E57}"/>
    <dgm:cxn modelId="{94B62A52-595C-400B-B472-1F1970D8F30B}" type="presOf" srcId="{93B0DC62-7CC4-450C-A27E-B62C555749BB}" destId="{95C29117-F67A-4739-812D-690C6FE40B9A}" srcOrd="1" destOrd="0" presId="urn:microsoft.com/office/officeart/2005/8/layout/radial1"/>
    <dgm:cxn modelId="{32676773-83F6-4248-95BA-301D23B1CB37}" type="presOf" srcId="{1FA399A7-B95A-4ADB-84FE-4F5265C3D847}" destId="{D7CB1331-1137-44FC-AF41-297A116B5ABB}" srcOrd="0" destOrd="0" presId="urn:microsoft.com/office/officeart/2005/8/layout/radial1"/>
    <dgm:cxn modelId="{9F73636B-C815-4055-B072-91FAE11990EA}" type="presOf" srcId="{D11AEEE3-6C83-471C-80FB-975B481E6DB9}" destId="{2A678178-B127-4B4A-99AB-A590AC2D7118}" srcOrd="1" destOrd="0" presId="urn:microsoft.com/office/officeart/2005/8/layout/radial1"/>
    <dgm:cxn modelId="{3573C0C5-6F84-4E10-881A-BB730D192132}" type="presOf" srcId="{9D175633-E8E1-4581-B40C-A01DB97CD87D}" destId="{A39E3E1C-EB6A-41CD-AC0A-111697311539}" srcOrd="0" destOrd="0" presId="urn:microsoft.com/office/officeart/2005/8/layout/radial1"/>
    <dgm:cxn modelId="{7FC623CF-14BB-4607-89EC-48E7FAC7AEFC}" type="presOf" srcId="{A3601CE7-FF04-4818-97F5-DABF20F6DF42}" destId="{D168226A-515D-44DD-B1DF-00917154D671}" srcOrd="1" destOrd="0" presId="urn:microsoft.com/office/officeart/2005/8/layout/radial1"/>
    <dgm:cxn modelId="{100897AB-A5CC-4FFB-AE7B-13AE38703D0A}" type="presOf" srcId="{EAF31599-0F63-40B9-AC54-FA5CE50EC8AB}" destId="{C0DEE3BB-FFBA-4147-B05B-ED269881510E}" srcOrd="1" destOrd="0" presId="urn:microsoft.com/office/officeart/2005/8/layout/radial1"/>
    <dgm:cxn modelId="{7DBBA299-F70D-42F5-AF6C-35C82EB1547D}" type="presOf" srcId="{DCD2107B-72F4-4735-BC02-82A966C61416}" destId="{71C5E90B-BE8F-46B2-AC57-960EEC88018B}" srcOrd="0" destOrd="0" presId="urn:microsoft.com/office/officeart/2005/8/layout/radial1"/>
    <dgm:cxn modelId="{964B2E36-CB7C-484A-999E-410B75AE5222}" srcId="{06135F80-B4C6-4DD5-B7B1-54B75E15FF3B}" destId="{725B5A82-4DB7-4645-98C7-6A0209885E3F}" srcOrd="0" destOrd="0" parTransId="{40CCEFAE-102A-4A9D-B837-9371DDC1D7B4}" sibTransId="{ACC8DF4D-02E7-44C5-833D-611015050B78}"/>
    <dgm:cxn modelId="{099D42AD-A482-4F24-890D-219DA52FD2E8}" type="presOf" srcId="{A3601CE7-FF04-4818-97F5-DABF20F6DF42}" destId="{71499F0B-E991-4247-AAF3-717C809E5497}" srcOrd="0" destOrd="0" presId="urn:microsoft.com/office/officeart/2005/8/layout/radial1"/>
    <dgm:cxn modelId="{F7BA3604-41C3-4933-8B46-954ECA3A77AA}" type="presOf" srcId="{D31AFAED-9493-4DB4-A792-76BF2DEC97E1}" destId="{978319CD-EBA1-47B3-81A9-8B7E210CAF53}" srcOrd="0" destOrd="0" presId="urn:microsoft.com/office/officeart/2005/8/layout/radial1"/>
    <dgm:cxn modelId="{4884FEE4-179F-47DC-96BD-BD2E96E9E7A8}" type="presOf" srcId="{C4D725AF-3107-4BA8-9643-1E440BCC79A7}" destId="{989A72F9-FED7-4BDA-B4F2-8DBCF8F42F68}" srcOrd="0" destOrd="0" presId="urn:microsoft.com/office/officeart/2005/8/layout/radial1"/>
    <dgm:cxn modelId="{328F9B78-EB66-4427-8A72-C1C3C7210A49}" type="presOf" srcId="{EA2DFF67-A236-47F6-98AA-B0D64B7A0135}" destId="{7048AA0F-EA81-4B66-BB64-A2D6493565EA}" srcOrd="0" destOrd="0" presId="urn:microsoft.com/office/officeart/2005/8/layout/radial1"/>
    <dgm:cxn modelId="{1BE91044-6E4C-4FCD-B0DD-51C0E8235024}" type="presOf" srcId="{640D73A4-A813-49C8-929A-AC74B7344532}" destId="{4FFC5439-9C46-4E69-B50B-E0FE80B822B9}" srcOrd="0" destOrd="0" presId="urn:microsoft.com/office/officeart/2005/8/layout/radial1"/>
    <dgm:cxn modelId="{43E9EAA2-CA95-41B1-ACB2-71FBFF9BF932}" type="presOf" srcId="{E63AFE9B-A143-4EB8-A5B3-6646A9CC4202}" destId="{47540541-2E7B-4F1B-9E8F-CE69E7E26965}" srcOrd="1" destOrd="0" presId="urn:microsoft.com/office/officeart/2005/8/layout/radial1"/>
    <dgm:cxn modelId="{F120D20F-4087-4C5A-A492-E416D4CDE942}" type="presOf" srcId="{93B0DC62-7CC4-450C-A27E-B62C555749BB}" destId="{78B10E53-029E-41D1-8F5A-CDF4B8869FCF}" srcOrd="0" destOrd="0" presId="urn:microsoft.com/office/officeart/2005/8/layout/radial1"/>
    <dgm:cxn modelId="{0FD1CC46-09D5-4469-B04D-AA52DACB38AC}" type="presOf" srcId="{725B5A82-4DB7-4645-98C7-6A0209885E3F}" destId="{F4DCC64D-4490-44B6-B199-9140814E3DE7}" srcOrd="0" destOrd="0" presId="urn:microsoft.com/office/officeart/2005/8/layout/radial1"/>
    <dgm:cxn modelId="{284059A8-A336-452C-A95E-3BDA94848514}" type="presOf" srcId="{2B3B6025-066C-42F3-8025-E8C66DB8AFE5}" destId="{FF1D0B23-6B43-4507-BC5F-C6369716BAFF}" srcOrd="0" destOrd="0" presId="urn:microsoft.com/office/officeart/2005/8/layout/radial1"/>
    <dgm:cxn modelId="{53C83DF8-9AF9-43F1-9612-206C5487B3F9}" type="presOf" srcId="{E63AFE9B-A143-4EB8-A5B3-6646A9CC4202}" destId="{8CA24500-EFEA-4608-9D6B-57962C1A7A1F}" srcOrd="0" destOrd="0" presId="urn:microsoft.com/office/officeart/2005/8/layout/radial1"/>
    <dgm:cxn modelId="{E3D9DF4E-C5D8-42E5-A6C2-3A655E17249A}" type="presOf" srcId="{EAF31599-0F63-40B9-AC54-FA5CE50EC8AB}" destId="{132FFF4D-6C2B-4C53-9A1D-904CB7871115}" srcOrd="0" destOrd="0" presId="urn:microsoft.com/office/officeart/2005/8/layout/radial1"/>
    <dgm:cxn modelId="{B8903A12-BF5A-45DB-981D-3189B546F3F8}" type="presOf" srcId="{06135F80-B4C6-4DD5-B7B1-54B75E15FF3B}" destId="{67FF1908-7101-4E51-9D39-DBECB6E3B062}" srcOrd="0" destOrd="0" presId="urn:microsoft.com/office/officeart/2005/8/layout/radial1"/>
    <dgm:cxn modelId="{185BC73A-CAAA-481F-AB0A-0F96EDE8A9C2}" srcId="{725B5A82-4DB7-4645-98C7-6A0209885E3F}" destId="{D31AFAED-9493-4DB4-A792-76BF2DEC97E1}" srcOrd="7" destOrd="0" parTransId="{2B3B6025-066C-42F3-8025-E8C66DB8AFE5}" sibTransId="{75C062CA-6505-45CF-8972-DE57E1EEF93F}"/>
    <dgm:cxn modelId="{E418889A-B75D-42DC-867E-E290268902CD}" type="presOf" srcId="{E0ACE647-354A-4480-BA04-C3F3D60978B8}" destId="{F0E2A986-B1E2-4BD9-A121-07E081D77262}" srcOrd="0" destOrd="0" presId="urn:microsoft.com/office/officeart/2005/8/layout/radial1"/>
    <dgm:cxn modelId="{A02BC545-BB9B-46B4-80A4-BFB69BFCACF7}" type="presOf" srcId="{5BDECFB2-C22B-4A9F-864E-53465AB83B3A}" destId="{38020140-635E-4D95-907D-4FB31746DB61}" srcOrd="0" destOrd="0" presId="urn:microsoft.com/office/officeart/2005/8/layout/radial1"/>
    <dgm:cxn modelId="{D53C0C03-BD05-483F-A15C-896210E1CE52}" srcId="{725B5A82-4DB7-4645-98C7-6A0209885E3F}" destId="{E0ACE647-354A-4480-BA04-C3F3D60978B8}" srcOrd="2" destOrd="0" parTransId="{93B0DC62-7CC4-450C-A27E-B62C555749BB}" sibTransId="{24ADF146-80CD-4B75-BE40-4AB9FBD6BFAE}"/>
    <dgm:cxn modelId="{E35E4E9D-8AEB-45DD-B1A8-24E0A36C87B2}" type="presOf" srcId="{C4D725AF-3107-4BA8-9643-1E440BCC79A7}" destId="{793319C1-0B9E-49BD-A59E-AA1E5F9C0673}" srcOrd="1" destOrd="0" presId="urn:microsoft.com/office/officeart/2005/8/layout/radial1"/>
    <dgm:cxn modelId="{E9BF08BB-4CB8-4889-A2B5-5FD329E50EB9}" srcId="{725B5A82-4DB7-4645-98C7-6A0209885E3F}" destId="{9D175633-E8E1-4581-B40C-A01DB97CD87D}" srcOrd="1" destOrd="0" parTransId="{A3601CE7-FF04-4818-97F5-DABF20F6DF42}" sibTransId="{94952106-1656-4294-8306-1F68753705BE}"/>
    <dgm:cxn modelId="{CDFAC0B8-3AB8-43E5-82CB-E33F081054D5}" type="presOf" srcId="{AD82D5CD-C52C-4B08-9259-D817AC568A64}" destId="{14D9BEE1-76FF-443C-8D88-423C05DAE0C7}" srcOrd="0" destOrd="0" presId="urn:microsoft.com/office/officeart/2005/8/layout/radial1"/>
    <dgm:cxn modelId="{8EA63847-49F7-48C5-B894-B3E8A6998386}" srcId="{725B5A82-4DB7-4645-98C7-6A0209885E3F}" destId="{AD82D5CD-C52C-4B08-9259-D817AC568A64}" srcOrd="4" destOrd="0" parTransId="{D11AEEE3-6C83-471C-80FB-975B481E6DB9}" sibTransId="{72CC813E-6F3B-468D-83C4-FD816B1736B9}"/>
    <dgm:cxn modelId="{FB60CFB2-0E61-42D2-A71D-09ED58A4CCF1}" type="presOf" srcId="{1FA399A7-B95A-4ADB-84FE-4F5265C3D847}" destId="{3EB4538B-502A-4870-95D9-8E9F89691A5C}" srcOrd="1" destOrd="0" presId="urn:microsoft.com/office/officeart/2005/8/layout/radial1"/>
    <dgm:cxn modelId="{9769F22D-6080-4119-B64A-56329174AB0A}" srcId="{725B5A82-4DB7-4645-98C7-6A0209885E3F}" destId="{640D73A4-A813-49C8-929A-AC74B7344532}" srcOrd="5" destOrd="0" parTransId="{C4D725AF-3107-4BA8-9643-1E440BCC79A7}" sibTransId="{A2D6EAF4-BD3A-4447-9855-C0984935B416}"/>
    <dgm:cxn modelId="{2C70C854-D009-4757-BC16-0F6DB4F7CCD8}" type="presOf" srcId="{D11AEEE3-6C83-471C-80FB-975B481E6DB9}" destId="{CA9F8EDA-69B5-4D1F-89DE-400A230E067C}" srcOrd="0" destOrd="0" presId="urn:microsoft.com/office/officeart/2005/8/layout/radial1"/>
    <dgm:cxn modelId="{86D2A0F1-3912-4AF3-85F0-66EC0FB74E47}" type="presParOf" srcId="{67FF1908-7101-4E51-9D39-DBECB6E3B062}" destId="{F4DCC64D-4490-44B6-B199-9140814E3DE7}" srcOrd="0" destOrd="0" presId="urn:microsoft.com/office/officeart/2005/8/layout/radial1"/>
    <dgm:cxn modelId="{6EC88D1B-16BA-41B9-85BF-078578B229C2}" type="presParOf" srcId="{67FF1908-7101-4E51-9D39-DBECB6E3B062}" destId="{D7CB1331-1137-44FC-AF41-297A116B5ABB}" srcOrd="1" destOrd="0" presId="urn:microsoft.com/office/officeart/2005/8/layout/radial1"/>
    <dgm:cxn modelId="{DF09A3EA-3BB9-452A-A41B-412BA002226A}" type="presParOf" srcId="{D7CB1331-1137-44FC-AF41-297A116B5ABB}" destId="{3EB4538B-502A-4870-95D9-8E9F89691A5C}" srcOrd="0" destOrd="0" presId="urn:microsoft.com/office/officeart/2005/8/layout/radial1"/>
    <dgm:cxn modelId="{DD36D646-20AB-4175-B65A-26DD6DD8A995}" type="presParOf" srcId="{67FF1908-7101-4E51-9D39-DBECB6E3B062}" destId="{71C5E90B-BE8F-46B2-AC57-960EEC88018B}" srcOrd="2" destOrd="0" presId="urn:microsoft.com/office/officeart/2005/8/layout/radial1"/>
    <dgm:cxn modelId="{F02BF6D1-BD45-40A6-80A6-8E7CDE7E10D6}" type="presParOf" srcId="{67FF1908-7101-4E51-9D39-DBECB6E3B062}" destId="{71499F0B-E991-4247-AAF3-717C809E5497}" srcOrd="3" destOrd="0" presId="urn:microsoft.com/office/officeart/2005/8/layout/radial1"/>
    <dgm:cxn modelId="{F3F08BA2-F985-4D18-BE2F-8BF2FC734EB3}" type="presParOf" srcId="{71499F0B-E991-4247-AAF3-717C809E5497}" destId="{D168226A-515D-44DD-B1DF-00917154D671}" srcOrd="0" destOrd="0" presId="urn:microsoft.com/office/officeart/2005/8/layout/radial1"/>
    <dgm:cxn modelId="{983AC28F-7178-4E58-8167-82FA9C79AB8B}" type="presParOf" srcId="{67FF1908-7101-4E51-9D39-DBECB6E3B062}" destId="{A39E3E1C-EB6A-41CD-AC0A-111697311539}" srcOrd="4" destOrd="0" presId="urn:microsoft.com/office/officeart/2005/8/layout/radial1"/>
    <dgm:cxn modelId="{FFF5B582-F441-411D-87F7-818B8B1E357A}" type="presParOf" srcId="{67FF1908-7101-4E51-9D39-DBECB6E3B062}" destId="{78B10E53-029E-41D1-8F5A-CDF4B8869FCF}" srcOrd="5" destOrd="0" presId="urn:microsoft.com/office/officeart/2005/8/layout/radial1"/>
    <dgm:cxn modelId="{4A4F9C35-B9D2-4EC0-AD7C-324856CF8E12}" type="presParOf" srcId="{78B10E53-029E-41D1-8F5A-CDF4B8869FCF}" destId="{95C29117-F67A-4739-812D-690C6FE40B9A}" srcOrd="0" destOrd="0" presId="urn:microsoft.com/office/officeart/2005/8/layout/radial1"/>
    <dgm:cxn modelId="{7FEF2750-1CD5-4E1E-9205-A3A50A31CAA9}" type="presParOf" srcId="{67FF1908-7101-4E51-9D39-DBECB6E3B062}" destId="{F0E2A986-B1E2-4BD9-A121-07E081D77262}" srcOrd="6" destOrd="0" presId="urn:microsoft.com/office/officeart/2005/8/layout/radial1"/>
    <dgm:cxn modelId="{9BB78CBA-52C7-44DE-8ADD-76D4AF047CC1}" type="presParOf" srcId="{67FF1908-7101-4E51-9D39-DBECB6E3B062}" destId="{8CA24500-EFEA-4608-9D6B-57962C1A7A1F}" srcOrd="7" destOrd="0" presId="urn:microsoft.com/office/officeart/2005/8/layout/radial1"/>
    <dgm:cxn modelId="{B27550A6-8356-44E7-8A5F-FDADDFCCA1B5}" type="presParOf" srcId="{8CA24500-EFEA-4608-9D6B-57962C1A7A1F}" destId="{47540541-2E7B-4F1B-9E8F-CE69E7E26965}" srcOrd="0" destOrd="0" presId="urn:microsoft.com/office/officeart/2005/8/layout/radial1"/>
    <dgm:cxn modelId="{E0450A95-4D2A-48FB-9DB9-2A90E02F0394}" type="presParOf" srcId="{67FF1908-7101-4E51-9D39-DBECB6E3B062}" destId="{38020140-635E-4D95-907D-4FB31746DB61}" srcOrd="8" destOrd="0" presId="urn:microsoft.com/office/officeart/2005/8/layout/radial1"/>
    <dgm:cxn modelId="{69294667-6EDC-495D-9B11-2C464A672339}" type="presParOf" srcId="{67FF1908-7101-4E51-9D39-DBECB6E3B062}" destId="{CA9F8EDA-69B5-4D1F-89DE-400A230E067C}" srcOrd="9" destOrd="0" presId="urn:microsoft.com/office/officeart/2005/8/layout/radial1"/>
    <dgm:cxn modelId="{95E73ADD-66B0-497D-9A96-2BE6B32866D1}" type="presParOf" srcId="{CA9F8EDA-69B5-4D1F-89DE-400A230E067C}" destId="{2A678178-B127-4B4A-99AB-A590AC2D7118}" srcOrd="0" destOrd="0" presId="urn:microsoft.com/office/officeart/2005/8/layout/radial1"/>
    <dgm:cxn modelId="{F4CE2D6F-D6C9-4D74-A49A-D7AE283431F9}" type="presParOf" srcId="{67FF1908-7101-4E51-9D39-DBECB6E3B062}" destId="{14D9BEE1-76FF-443C-8D88-423C05DAE0C7}" srcOrd="10" destOrd="0" presId="urn:microsoft.com/office/officeart/2005/8/layout/radial1"/>
    <dgm:cxn modelId="{6C1A0870-62F9-4AE6-8837-0B1ABA046D5D}" type="presParOf" srcId="{67FF1908-7101-4E51-9D39-DBECB6E3B062}" destId="{989A72F9-FED7-4BDA-B4F2-8DBCF8F42F68}" srcOrd="11" destOrd="0" presId="urn:microsoft.com/office/officeart/2005/8/layout/radial1"/>
    <dgm:cxn modelId="{DAFAECC2-A821-4212-9743-8B0794E9D276}" type="presParOf" srcId="{989A72F9-FED7-4BDA-B4F2-8DBCF8F42F68}" destId="{793319C1-0B9E-49BD-A59E-AA1E5F9C0673}" srcOrd="0" destOrd="0" presId="urn:microsoft.com/office/officeart/2005/8/layout/radial1"/>
    <dgm:cxn modelId="{BD69DB16-461E-4DF8-A81C-865B8E7DD412}" type="presParOf" srcId="{67FF1908-7101-4E51-9D39-DBECB6E3B062}" destId="{4FFC5439-9C46-4E69-B50B-E0FE80B822B9}" srcOrd="12" destOrd="0" presId="urn:microsoft.com/office/officeart/2005/8/layout/radial1"/>
    <dgm:cxn modelId="{5F906643-9AA4-4F83-86C3-CC98242FC6C9}" type="presParOf" srcId="{67FF1908-7101-4E51-9D39-DBECB6E3B062}" destId="{132FFF4D-6C2B-4C53-9A1D-904CB7871115}" srcOrd="13" destOrd="0" presId="urn:microsoft.com/office/officeart/2005/8/layout/radial1"/>
    <dgm:cxn modelId="{B0252259-2EFC-4578-B7BE-8494659FBA00}" type="presParOf" srcId="{132FFF4D-6C2B-4C53-9A1D-904CB7871115}" destId="{C0DEE3BB-FFBA-4147-B05B-ED269881510E}" srcOrd="0" destOrd="0" presId="urn:microsoft.com/office/officeart/2005/8/layout/radial1"/>
    <dgm:cxn modelId="{2B7F2604-20E6-429D-8585-46BF0604125B}" type="presParOf" srcId="{67FF1908-7101-4E51-9D39-DBECB6E3B062}" destId="{7048AA0F-EA81-4B66-BB64-A2D6493565EA}" srcOrd="14" destOrd="0" presId="urn:microsoft.com/office/officeart/2005/8/layout/radial1"/>
    <dgm:cxn modelId="{10560B02-3B14-47C8-8FB8-5B297557B7B1}" type="presParOf" srcId="{67FF1908-7101-4E51-9D39-DBECB6E3B062}" destId="{FF1D0B23-6B43-4507-BC5F-C6369716BAFF}" srcOrd="15" destOrd="0" presId="urn:microsoft.com/office/officeart/2005/8/layout/radial1"/>
    <dgm:cxn modelId="{A229A455-5D2C-4480-BAF7-F410133FB79C}" type="presParOf" srcId="{FF1D0B23-6B43-4507-BC5F-C6369716BAFF}" destId="{834F8DD8-4700-4DA9-BA46-149FA19ED437}" srcOrd="0" destOrd="0" presId="urn:microsoft.com/office/officeart/2005/8/layout/radial1"/>
    <dgm:cxn modelId="{16AD7A51-F729-4CD4-AE86-F2C8ADE11A8B}" type="presParOf" srcId="{67FF1908-7101-4E51-9D39-DBECB6E3B062}" destId="{978319CD-EBA1-47B3-81A9-8B7E210CAF53}" srcOrd="16" destOrd="0" presId="urn:microsoft.com/office/officeart/2005/8/layout/radial1"/>
  </dgm:cxnLst>
  <dgm:bg>
    <a:effectLst>
      <a:glow rad="63500">
        <a:schemeClr val="accent2">
          <a:satMod val="175000"/>
          <a:alpha val="40000"/>
        </a:schemeClr>
      </a:glow>
      <a:outerShdw blurRad="50800" dist="38100" algn="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FAFB1D-91E6-432E-9061-B44ADA57744E}" type="doc">
      <dgm:prSet loTypeId="urn:microsoft.com/office/officeart/2005/8/layout/radial3" loCatId="cycle" qsTypeId="urn:microsoft.com/office/officeart/2005/8/quickstyle/simple4" qsCatId="simple" csTypeId="urn:microsoft.com/office/officeart/2005/8/colors/accent2_2" csCatId="accent2" phldr="1"/>
      <dgm:spPr/>
      <dgm:t>
        <a:bodyPr/>
        <a:lstStyle/>
        <a:p>
          <a:endParaRPr lang="en-US"/>
        </a:p>
      </dgm:t>
    </dgm:pt>
    <dgm:pt modelId="{4FBC4D65-75DC-4404-A89D-F12C06DDFD35}">
      <dgm:prSet phldrT="[Text]" custT="1"/>
      <dgm:spPr>
        <a:solidFill>
          <a:schemeClr val="bg1"/>
        </a:solidFill>
        <a:ln w="3175">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smtClean="0">
              <a:solidFill>
                <a:schemeClr val="accent1">
                  <a:lumMod val="75000"/>
                </a:schemeClr>
              </a:solidFill>
            </a:rPr>
            <a:t>The virtual </a:t>
          </a:r>
          <a:r>
            <a:rPr lang="en-US" sz="1400" b="0" dirty="0">
              <a:solidFill>
                <a:schemeClr val="accent1">
                  <a:lumMod val="75000"/>
                </a:schemeClr>
              </a:solidFill>
            </a:rPr>
            <a:t>employee</a:t>
          </a:r>
        </a:p>
      </dgm:t>
    </dgm:pt>
    <dgm:pt modelId="{6A5F4A86-03DF-4786-AEC7-8C9EE914BE5B}" type="parTrans" cxnId="{AE54A633-A92A-47EF-8587-AF6DA0D20FDE}">
      <dgm:prSet/>
      <dgm:spPr/>
      <dgm:t>
        <a:bodyPr/>
        <a:lstStyle/>
        <a:p>
          <a:endParaRPr lang="en-US">
            <a:solidFill>
              <a:schemeClr val="accent1">
                <a:lumMod val="75000"/>
              </a:schemeClr>
            </a:solidFill>
          </a:endParaRPr>
        </a:p>
      </dgm:t>
    </dgm:pt>
    <dgm:pt modelId="{3A4AEC0B-0E0E-40BF-9ABA-C8F0E904D814}" type="sibTrans" cxnId="{AE54A633-A92A-47EF-8587-AF6DA0D20FDE}">
      <dgm:prSet/>
      <dgm:spPr/>
      <dgm:t>
        <a:bodyPr/>
        <a:lstStyle/>
        <a:p>
          <a:endParaRPr lang="en-US">
            <a:solidFill>
              <a:schemeClr val="accent1">
                <a:lumMod val="75000"/>
              </a:schemeClr>
            </a:solidFill>
          </a:endParaRPr>
        </a:p>
      </dgm:t>
    </dgm:pt>
    <dgm:pt modelId="{A370E208-289E-4357-B161-099161130C27}">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a:solidFill>
                <a:schemeClr val="accent1">
                  <a:lumMod val="75000"/>
                </a:schemeClr>
              </a:solidFill>
            </a:rPr>
            <a:t>No </a:t>
          </a:r>
          <a:r>
            <a:rPr lang="en-US" sz="1400" b="0" dirty="0" smtClean="0">
              <a:solidFill>
                <a:schemeClr val="accent1">
                  <a:lumMod val="75000"/>
                </a:schemeClr>
              </a:solidFill>
            </a:rPr>
            <a:t>physical </a:t>
          </a:r>
          <a:r>
            <a:rPr lang="en-US" sz="1400" b="0" dirty="0">
              <a:solidFill>
                <a:schemeClr val="accent1">
                  <a:lumMod val="75000"/>
                </a:schemeClr>
              </a:solidFill>
            </a:rPr>
            <a:t>robot</a:t>
          </a:r>
        </a:p>
      </dgm:t>
    </dgm:pt>
    <dgm:pt modelId="{6B5E4726-603C-46C7-A10E-1B6130F88FDD}" type="parTrans" cxnId="{23F162CE-4A6D-4633-B883-579227A0FEF1}">
      <dgm:prSet/>
      <dgm:spPr/>
      <dgm:t>
        <a:bodyPr/>
        <a:lstStyle/>
        <a:p>
          <a:endParaRPr lang="en-US">
            <a:solidFill>
              <a:schemeClr val="accent1">
                <a:lumMod val="75000"/>
              </a:schemeClr>
            </a:solidFill>
          </a:endParaRPr>
        </a:p>
      </dgm:t>
    </dgm:pt>
    <dgm:pt modelId="{AB5156F0-4A84-479C-B4DB-980DDB2B57DF}" type="sibTrans" cxnId="{23F162CE-4A6D-4633-B883-579227A0FEF1}">
      <dgm:prSet/>
      <dgm:spPr/>
      <dgm:t>
        <a:bodyPr/>
        <a:lstStyle/>
        <a:p>
          <a:endParaRPr lang="en-US">
            <a:solidFill>
              <a:schemeClr val="accent1">
                <a:lumMod val="75000"/>
              </a:schemeClr>
            </a:solidFill>
          </a:endParaRPr>
        </a:p>
      </dgm:t>
    </dgm:pt>
    <dgm:pt modelId="{D59AD2C9-6E2F-4C98-BC4F-9A8C11E8E325}">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a:solidFill>
                <a:schemeClr val="accent1">
                  <a:lumMod val="75000"/>
                </a:schemeClr>
              </a:solidFill>
            </a:rPr>
            <a:t>Uses existing applications</a:t>
          </a:r>
        </a:p>
      </dgm:t>
    </dgm:pt>
    <dgm:pt modelId="{5B1BDA4B-C3B0-437B-91BF-07A02280683A}" type="parTrans" cxnId="{781FD373-FDB1-4B4B-B74B-8877AF5E443E}">
      <dgm:prSet/>
      <dgm:spPr/>
      <dgm:t>
        <a:bodyPr/>
        <a:lstStyle/>
        <a:p>
          <a:endParaRPr lang="en-US">
            <a:solidFill>
              <a:schemeClr val="accent1">
                <a:lumMod val="75000"/>
              </a:schemeClr>
            </a:solidFill>
          </a:endParaRPr>
        </a:p>
      </dgm:t>
    </dgm:pt>
    <dgm:pt modelId="{BFDD0FC2-4CB2-4B1E-8DBD-A699FCD16D5C}" type="sibTrans" cxnId="{781FD373-FDB1-4B4B-B74B-8877AF5E443E}">
      <dgm:prSet/>
      <dgm:spPr/>
      <dgm:t>
        <a:bodyPr/>
        <a:lstStyle/>
        <a:p>
          <a:endParaRPr lang="en-US">
            <a:solidFill>
              <a:schemeClr val="accent1">
                <a:lumMod val="75000"/>
              </a:schemeClr>
            </a:solidFill>
          </a:endParaRPr>
        </a:p>
      </dgm:t>
    </dgm:pt>
    <dgm:pt modelId="{19873646-B011-416B-84ED-DE84E0D41579}">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a:solidFill>
                <a:schemeClr val="accent1">
                  <a:lumMod val="75000"/>
                </a:schemeClr>
              </a:solidFill>
            </a:rPr>
            <a:t>Optimization of the existing infrastructure</a:t>
          </a:r>
        </a:p>
      </dgm:t>
    </dgm:pt>
    <dgm:pt modelId="{47CC150C-0DD7-47CB-8D04-803165564529}" type="sibTrans" cxnId="{353B59CD-FFBC-48F4-9D33-37B47C3C0524}">
      <dgm:prSet/>
      <dgm:spPr/>
      <dgm:t>
        <a:bodyPr/>
        <a:lstStyle/>
        <a:p>
          <a:endParaRPr lang="en-US">
            <a:solidFill>
              <a:schemeClr val="accent1">
                <a:lumMod val="75000"/>
              </a:schemeClr>
            </a:solidFill>
          </a:endParaRPr>
        </a:p>
      </dgm:t>
    </dgm:pt>
    <dgm:pt modelId="{93234B5F-8A99-4C0A-A185-3934CDB7FB44}" type="parTrans" cxnId="{353B59CD-FFBC-48F4-9D33-37B47C3C0524}">
      <dgm:prSet/>
      <dgm:spPr/>
      <dgm:t>
        <a:bodyPr/>
        <a:lstStyle/>
        <a:p>
          <a:endParaRPr lang="en-US">
            <a:solidFill>
              <a:schemeClr val="accent1">
                <a:lumMod val="75000"/>
              </a:schemeClr>
            </a:solidFill>
          </a:endParaRPr>
        </a:p>
      </dgm:t>
    </dgm:pt>
    <dgm:pt modelId="{323DF16C-FCC3-44F1-8448-085C25738392}">
      <dgm:prSet phldrT="[Text]" custT="1"/>
      <dgm:spPr>
        <a:solidFill>
          <a:schemeClr val="bg1"/>
        </a:solidFill>
      </dgm:spPr>
      <dgm:t>
        <a:bodyPr/>
        <a:lstStyle/>
        <a:p>
          <a:endParaRPr lang="en-US" sz="1600" b="1" dirty="0">
            <a:solidFill>
              <a:schemeClr val="accent1">
                <a:lumMod val="75000"/>
              </a:schemeClr>
            </a:solidFill>
            <a:latin typeface="Comic Sans MS" panose="030F0702030302020204" pitchFamily="66" charset="0"/>
          </a:endParaRPr>
        </a:p>
      </dgm:t>
    </dgm:pt>
    <dgm:pt modelId="{9850A012-B3D8-4690-B674-6935699A7A1C}" type="sibTrans" cxnId="{5D5E2FE3-5D53-4573-9D3B-E604B7BB17AA}">
      <dgm:prSet/>
      <dgm:spPr/>
      <dgm:t>
        <a:bodyPr/>
        <a:lstStyle/>
        <a:p>
          <a:endParaRPr lang="en-US">
            <a:solidFill>
              <a:schemeClr val="accent1">
                <a:lumMod val="75000"/>
              </a:schemeClr>
            </a:solidFill>
          </a:endParaRPr>
        </a:p>
      </dgm:t>
    </dgm:pt>
    <dgm:pt modelId="{86B4AAF8-B73A-4FBD-8745-1D262669FDEA}" type="parTrans" cxnId="{5D5E2FE3-5D53-4573-9D3B-E604B7BB17AA}">
      <dgm:prSet/>
      <dgm:spPr/>
      <dgm:t>
        <a:bodyPr/>
        <a:lstStyle/>
        <a:p>
          <a:endParaRPr lang="en-US">
            <a:solidFill>
              <a:schemeClr val="accent1">
                <a:lumMod val="75000"/>
              </a:schemeClr>
            </a:solidFill>
          </a:endParaRPr>
        </a:p>
      </dgm:t>
    </dgm:pt>
    <dgm:pt modelId="{DFFADA64-88F0-4DFD-9AB8-8DABC85B5892}" type="pres">
      <dgm:prSet presAssocID="{52FAFB1D-91E6-432E-9061-B44ADA57744E}" presName="composite" presStyleCnt="0">
        <dgm:presLayoutVars>
          <dgm:chMax val="1"/>
          <dgm:dir/>
          <dgm:resizeHandles val="exact"/>
        </dgm:presLayoutVars>
      </dgm:prSet>
      <dgm:spPr/>
      <dgm:t>
        <a:bodyPr/>
        <a:lstStyle/>
        <a:p>
          <a:endParaRPr lang="en-US"/>
        </a:p>
      </dgm:t>
    </dgm:pt>
    <dgm:pt modelId="{716F0705-B8B4-4582-AC14-642CEC15DB30}" type="pres">
      <dgm:prSet presAssocID="{52FAFB1D-91E6-432E-9061-B44ADA57744E}" presName="radial" presStyleCnt="0">
        <dgm:presLayoutVars>
          <dgm:animLvl val="ctr"/>
        </dgm:presLayoutVars>
      </dgm:prSet>
      <dgm:spPr/>
    </dgm:pt>
    <dgm:pt modelId="{FAF161BF-D0B3-4FF2-AC4E-A66C848FDC4C}" type="pres">
      <dgm:prSet presAssocID="{323DF16C-FCC3-44F1-8448-085C25738392}" presName="centerShape" presStyleLbl="vennNode1" presStyleIdx="0" presStyleCnt="5" custScaleX="75315" custScaleY="78327"/>
      <dgm:spPr/>
      <dgm:t>
        <a:bodyPr/>
        <a:lstStyle/>
        <a:p>
          <a:endParaRPr lang="en-US"/>
        </a:p>
      </dgm:t>
    </dgm:pt>
    <dgm:pt modelId="{7FE0CED1-8980-42E3-946D-42D2FD294376}" type="pres">
      <dgm:prSet presAssocID="{19873646-B011-416B-84ED-DE84E0D41579}" presName="node" presStyleLbl="vennNode1" presStyleIdx="1" presStyleCnt="5" custScaleX="211692" custScaleY="82528" custRadScaleRad="109703" custRadScaleInc="28878">
        <dgm:presLayoutVars>
          <dgm:bulletEnabled val="1"/>
        </dgm:presLayoutVars>
      </dgm:prSet>
      <dgm:spPr/>
      <dgm:t>
        <a:bodyPr/>
        <a:lstStyle/>
        <a:p>
          <a:endParaRPr lang="en-US"/>
        </a:p>
      </dgm:t>
    </dgm:pt>
    <dgm:pt modelId="{2ED89991-1233-4539-8D6D-3AD387B0BEB0}" type="pres">
      <dgm:prSet presAssocID="{4FBC4D65-75DC-4404-A89D-F12C06DDFD35}" presName="node" presStyleLbl="vennNode1" presStyleIdx="2" presStyleCnt="5" custScaleX="194874" custScaleY="77227" custRadScaleRad="162868" custRadScaleInc="-7883">
        <dgm:presLayoutVars>
          <dgm:bulletEnabled val="1"/>
        </dgm:presLayoutVars>
      </dgm:prSet>
      <dgm:spPr/>
      <dgm:t>
        <a:bodyPr/>
        <a:lstStyle/>
        <a:p>
          <a:endParaRPr lang="en-US"/>
        </a:p>
      </dgm:t>
    </dgm:pt>
    <dgm:pt modelId="{C1F8E57E-5A25-4C9D-A2CA-FE97024A98FE}" type="pres">
      <dgm:prSet presAssocID="{A370E208-289E-4357-B161-099161130C27}" presName="node" presStyleLbl="vennNode1" presStyleIdx="3" presStyleCnt="5" custScaleX="211692" custScaleY="72385" custRadScaleRad="76792" custRadScaleInc="30013">
        <dgm:presLayoutVars>
          <dgm:bulletEnabled val="1"/>
        </dgm:presLayoutVars>
      </dgm:prSet>
      <dgm:spPr/>
      <dgm:t>
        <a:bodyPr/>
        <a:lstStyle/>
        <a:p>
          <a:endParaRPr lang="en-US"/>
        </a:p>
      </dgm:t>
    </dgm:pt>
    <dgm:pt modelId="{A633136D-0806-49DF-946B-F947689B04DF}" type="pres">
      <dgm:prSet presAssocID="{D59AD2C9-6E2F-4C98-BC4F-9A8C11E8E325}" presName="node" presStyleLbl="vennNode1" presStyleIdx="4" presStyleCnt="5" custScaleX="179279" custScaleY="82670" custRadScaleRad="153526" custRadScaleInc="7492">
        <dgm:presLayoutVars>
          <dgm:bulletEnabled val="1"/>
        </dgm:presLayoutVars>
      </dgm:prSet>
      <dgm:spPr/>
      <dgm:t>
        <a:bodyPr/>
        <a:lstStyle/>
        <a:p>
          <a:endParaRPr lang="en-US"/>
        </a:p>
      </dgm:t>
    </dgm:pt>
  </dgm:ptLst>
  <dgm:cxnLst>
    <dgm:cxn modelId="{23F162CE-4A6D-4633-B883-579227A0FEF1}" srcId="{323DF16C-FCC3-44F1-8448-085C25738392}" destId="{A370E208-289E-4357-B161-099161130C27}" srcOrd="2" destOrd="0" parTransId="{6B5E4726-603C-46C7-A10E-1B6130F88FDD}" sibTransId="{AB5156F0-4A84-479C-B4DB-980DDB2B57DF}"/>
    <dgm:cxn modelId="{353B59CD-FFBC-48F4-9D33-37B47C3C0524}" srcId="{323DF16C-FCC3-44F1-8448-085C25738392}" destId="{19873646-B011-416B-84ED-DE84E0D41579}" srcOrd="0" destOrd="0" parTransId="{93234B5F-8A99-4C0A-A185-3934CDB7FB44}" sibTransId="{47CC150C-0DD7-47CB-8D04-803165564529}"/>
    <dgm:cxn modelId="{85D72FB6-0C7F-4411-9404-185A673C2780}" type="presOf" srcId="{323DF16C-FCC3-44F1-8448-085C25738392}" destId="{FAF161BF-D0B3-4FF2-AC4E-A66C848FDC4C}" srcOrd="0" destOrd="0" presId="urn:microsoft.com/office/officeart/2005/8/layout/radial3"/>
    <dgm:cxn modelId="{4E4BD4CC-76D5-4B5B-9FA7-16C1679779D6}" type="presOf" srcId="{4FBC4D65-75DC-4404-A89D-F12C06DDFD35}" destId="{2ED89991-1233-4539-8D6D-3AD387B0BEB0}" srcOrd="0" destOrd="0" presId="urn:microsoft.com/office/officeart/2005/8/layout/radial3"/>
    <dgm:cxn modelId="{781FD373-FDB1-4B4B-B74B-8877AF5E443E}" srcId="{323DF16C-FCC3-44F1-8448-085C25738392}" destId="{D59AD2C9-6E2F-4C98-BC4F-9A8C11E8E325}" srcOrd="3" destOrd="0" parTransId="{5B1BDA4B-C3B0-437B-91BF-07A02280683A}" sibTransId="{BFDD0FC2-4CB2-4B1E-8DBD-A699FCD16D5C}"/>
    <dgm:cxn modelId="{27A12CA6-8D4A-4D2A-B45D-B90B13B25907}" type="presOf" srcId="{52FAFB1D-91E6-432E-9061-B44ADA57744E}" destId="{DFFADA64-88F0-4DFD-9AB8-8DABC85B5892}" srcOrd="0" destOrd="0" presId="urn:microsoft.com/office/officeart/2005/8/layout/radial3"/>
    <dgm:cxn modelId="{5D5E2FE3-5D53-4573-9D3B-E604B7BB17AA}" srcId="{52FAFB1D-91E6-432E-9061-B44ADA57744E}" destId="{323DF16C-FCC3-44F1-8448-085C25738392}" srcOrd="0" destOrd="0" parTransId="{86B4AAF8-B73A-4FBD-8745-1D262669FDEA}" sibTransId="{9850A012-B3D8-4690-B674-6935699A7A1C}"/>
    <dgm:cxn modelId="{04539ED5-C802-4B01-BDEF-EC08A6E61D34}" type="presOf" srcId="{19873646-B011-416B-84ED-DE84E0D41579}" destId="{7FE0CED1-8980-42E3-946D-42D2FD294376}" srcOrd="0" destOrd="0" presId="urn:microsoft.com/office/officeart/2005/8/layout/radial3"/>
    <dgm:cxn modelId="{046CF64D-1E71-442C-AB9A-7245FB9CF1E7}" type="presOf" srcId="{A370E208-289E-4357-B161-099161130C27}" destId="{C1F8E57E-5A25-4C9D-A2CA-FE97024A98FE}" srcOrd="0" destOrd="0" presId="urn:microsoft.com/office/officeart/2005/8/layout/radial3"/>
    <dgm:cxn modelId="{2DF8AD2B-F30F-4E44-99EA-DD06DF4D2FBC}" type="presOf" srcId="{D59AD2C9-6E2F-4C98-BC4F-9A8C11E8E325}" destId="{A633136D-0806-49DF-946B-F947689B04DF}" srcOrd="0" destOrd="0" presId="urn:microsoft.com/office/officeart/2005/8/layout/radial3"/>
    <dgm:cxn modelId="{AE54A633-A92A-47EF-8587-AF6DA0D20FDE}" srcId="{323DF16C-FCC3-44F1-8448-085C25738392}" destId="{4FBC4D65-75DC-4404-A89D-F12C06DDFD35}" srcOrd="1" destOrd="0" parTransId="{6A5F4A86-03DF-4786-AEC7-8C9EE914BE5B}" sibTransId="{3A4AEC0B-0E0E-40BF-9ABA-C8F0E904D814}"/>
    <dgm:cxn modelId="{95E9D5D1-854B-4FCE-B70F-016D3340BDD5}" type="presParOf" srcId="{DFFADA64-88F0-4DFD-9AB8-8DABC85B5892}" destId="{716F0705-B8B4-4582-AC14-642CEC15DB30}" srcOrd="0" destOrd="0" presId="urn:microsoft.com/office/officeart/2005/8/layout/radial3"/>
    <dgm:cxn modelId="{A09032B9-1854-46A3-95E9-86471B6830E4}" type="presParOf" srcId="{716F0705-B8B4-4582-AC14-642CEC15DB30}" destId="{FAF161BF-D0B3-4FF2-AC4E-A66C848FDC4C}" srcOrd="0" destOrd="0" presId="urn:microsoft.com/office/officeart/2005/8/layout/radial3"/>
    <dgm:cxn modelId="{A6531471-C780-4B4E-8E5F-C90487E0E4BC}" type="presParOf" srcId="{716F0705-B8B4-4582-AC14-642CEC15DB30}" destId="{7FE0CED1-8980-42E3-946D-42D2FD294376}" srcOrd="1" destOrd="0" presId="urn:microsoft.com/office/officeart/2005/8/layout/radial3"/>
    <dgm:cxn modelId="{C72322FD-2FAE-4A28-AEB8-959696F59303}" type="presParOf" srcId="{716F0705-B8B4-4582-AC14-642CEC15DB30}" destId="{2ED89991-1233-4539-8D6D-3AD387B0BEB0}" srcOrd="2" destOrd="0" presId="urn:microsoft.com/office/officeart/2005/8/layout/radial3"/>
    <dgm:cxn modelId="{BD8881AA-B8FA-48D2-9534-1463D10A8BD8}" type="presParOf" srcId="{716F0705-B8B4-4582-AC14-642CEC15DB30}" destId="{C1F8E57E-5A25-4C9D-A2CA-FE97024A98FE}" srcOrd="3" destOrd="0" presId="urn:microsoft.com/office/officeart/2005/8/layout/radial3"/>
    <dgm:cxn modelId="{DB4C1483-D6D2-40A5-AD01-2FACA951E982}" type="presParOf" srcId="{716F0705-B8B4-4582-AC14-642CEC15DB30}" destId="{A633136D-0806-49DF-946B-F947689B04DF}" srcOrd="4" destOrd="0" presId="urn:microsoft.com/office/officeart/2005/8/layout/radial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52FAFB1D-91E6-432E-9061-B44ADA57744E}" type="doc">
      <dgm:prSet loTypeId="urn:microsoft.com/office/officeart/2005/8/layout/radial3" loCatId="cycle" qsTypeId="urn:microsoft.com/office/officeart/2005/8/quickstyle/simple4" qsCatId="simple" csTypeId="urn:microsoft.com/office/officeart/2005/8/colors/accent2_2" csCatId="accent2" phldr="1"/>
      <dgm:spPr/>
      <dgm:t>
        <a:bodyPr/>
        <a:lstStyle/>
        <a:p>
          <a:endParaRPr lang="en-US"/>
        </a:p>
      </dgm:t>
    </dgm:pt>
    <dgm:pt modelId="{4FBC4D65-75DC-4404-A89D-F12C06DDFD35}">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pPr>
            <a:spcAft>
              <a:spcPts val="0"/>
            </a:spcAft>
          </a:pPr>
          <a:r>
            <a:rPr lang="en-US" sz="1400" b="0" dirty="0" smtClean="0">
              <a:solidFill>
                <a:schemeClr val="accent1">
                  <a:lumMod val="75000"/>
                </a:schemeClr>
              </a:solidFill>
            </a:rPr>
            <a:t>Any path </a:t>
          </a:r>
        </a:p>
        <a:p>
          <a:pPr>
            <a:spcAft>
              <a:spcPts val="0"/>
            </a:spcAft>
          </a:pPr>
          <a:r>
            <a:rPr lang="en-US" sz="1400" b="0" dirty="0" smtClean="0">
              <a:solidFill>
                <a:schemeClr val="accent1">
                  <a:lumMod val="75000"/>
                </a:schemeClr>
              </a:solidFill>
            </a:rPr>
            <a:t>Any network</a:t>
          </a:r>
          <a:endParaRPr lang="en-US" sz="1400" b="0" dirty="0">
            <a:solidFill>
              <a:schemeClr val="accent1">
                <a:lumMod val="75000"/>
              </a:schemeClr>
            </a:solidFill>
          </a:endParaRPr>
        </a:p>
      </dgm:t>
    </dgm:pt>
    <dgm:pt modelId="{6A5F4A86-03DF-4786-AEC7-8C9EE914BE5B}" type="parTrans" cxnId="{AE54A633-A92A-47EF-8587-AF6DA0D20FDE}">
      <dgm:prSet/>
      <dgm:spPr/>
      <dgm:t>
        <a:bodyPr/>
        <a:lstStyle/>
        <a:p>
          <a:endParaRPr lang="en-US">
            <a:solidFill>
              <a:schemeClr val="accent1">
                <a:lumMod val="75000"/>
              </a:schemeClr>
            </a:solidFill>
          </a:endParaRPr>
        </a:p>
      </dgm:t>
    </dgm:pt>
    <dgm:pt modelId="{3A4AEC0B-0E0E-40BF-9ABA-C8F0E904D814}" type="sibTrans" cxnId="{AE54A633-A92A-47EF-8587-AF6DA0D20FDE}">
      <dgm:prSet/>
      <dgm:spPr/>
      <dgm:t>
        <a:bodyPr/>
        <a:lstStyle/>
        <a:p>
          <a:endParaRPr lang="en-US">
            <a:solidFill>
              <a:schemeClr val="accent1">
                <a:lumMod val="75000"/>
              </a:schemeClr>
            </a:solidFill>
          </a:endParaRPr>
        </a:p>
      </dgm:t>
    </dgm:pt>
    <dgm:pt modelId="{A370E208-289E-4357-B161-099161130C27}">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smtClean="0">
              <a:solidFill>
                <a:schemeClr val="accent1">
                  <a:lumMod val="75000"/>
                </a:schemeClr>
              </a:solidFill>
            </a:rPr>
            <a:t>Any place  Anywhere</a:t>
          </a:r>
          <a:endParaRPr lang="en-US" sz="1400" b="0" dirty="0">
            <a:solidFill>
              <a:schemeClr val="accent1">
                <a:lumMod val="75000"/>
              </a:schemeClr>
            </a:solidFill>
          </a:endParaRPr>
        </a:p>
      </dgm:t>
    </dgm:pt>
    <dgm:pt modelId="{6B5E4726-603C-46C7-A10E-1B6130F88FDD}" type="parTrans" cxnId="{23F162CE-4A6D-4633-B883-579227A0FEF1}">
      <dgm:prSet/>
      <dgm:spPr/>
      <dgm:t>
        <a:bodyPr/>
        <a:lstStyle/>
        <a:p>
          <a:endParaRPr lang="en-US">
            <a:solidFill>
              <a:schemeClr val="accent1">
                <a:lumMod val="75000"/>
              </a:schemeClr>
            </a:solidFill>
          </a:endParaRPr>
        </a:p>
      </dgm:t>
    </dgm:pt>
    <dgm:pt modelId="{AB5156F0-4A84-479C-B4DB-980DDB2B57DF}" type="sibTrans" cxnId="{23F162CE-4A6D-4633-B883-579227A0FEF1}">
      <dgm:prSet/>
      <dgm:spPr/>
      <dgm:t>
        <a:bodyPr/>
        <a:lstStyle/>
        <a:p>
          <a:endParaRPr lang="en-US">
            <a:solidFill>
              <a:schemeClr val="accent1">
                <a:lumMod val="75000"/>
              </a:schemeClr>
            </a:solidFill>
          </a:endParaRPr>
        </a:p>
      </dgm:t>
    </dgm:pt>
    <dgm:pt modelId="{D59AD2C9-6E2F-4C98-BC4F-9A8C11E8E325}">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pPr>
            <a:spcAft>
              <a:spcPts val="0"/>
            </a:spcAft>
          </a:pPr>
          <a:r>
            <a:rPr lang="en-US" sz="1400" b="0" dirty="0" smtClean="0">
              <a:solidFill>
                <a:schemeClr val="accent1">
                  <a:lumMod val="75000"/>
                </a:schemeClr>
              </a:solidFill>
            </a:rPr>
            <a:t>Anytime  </a:t>
          </a:r>
        </a:p>
        <a:p>
          <a:pPr>
            <a:spcAft>
              <a:spcPts val="0"/>
            </a:spcAft>
          </a:pPr>
          <a:r>
            <a:rPr lang="en-US" sz="1400" b="0" dirty="0" smtClean="0">
              <a:solidFill>
                <a:schemeClr val="accent1">
                  <a:lumMod val="75000"/>
                </a:schemeClr>
              </a:solidFill>
            </a:rPr>
            <a:t>Any context</a:t>
          </a:r>
          <a:endParaRPr lang="en-US" sz="1400" b="0" dirty="0">
            <a:solidFill>
              <a:schemeClr val="accent1">
                <a:lumMod val="75000"/>
              </a:schemeClr>
            </a:solidFill>
          </a:endParaRPr>
        </a:p>
      </dgm:t>
    </dgm:pt>
    <dgm:pt modelId="{5B1BDA4B-C3B0-437B-91BF-07A02280683A}" type="parTrans" cxnId="{781FD373-FDB1-4B4B-B74B-8877AF5E443E}">
      <dgm:prSet/>
      <dgm:spPr/>
      <dgm:t>
        <a:bodyPr/>
        <a:lstStyle/>
        <a:p>
          <a:endParaRPr lang="en-US">
            <a:solidFill>
              <a:schemeClr val="accent1">
                <a:lumMod val="75000"/>
              </a:schemeClr>
            </a:solidFill>
          </a:endParaRPr>
        </a:p>
      </dgm:t>
    </dgm:pt>
    <dgm:pt modelId="{BFDD0FC2-4CB2-4B1E-8DBD-A699FCD16D5C}" type="sibTrans" cxnId="{781FD373-FDB1-4B4B-B74B-8877AF5E443E}">
      <dgm:prSet/>
      <dgm:spPr/>
      <dgm:t>
        <a:bodyPr/>
        <a:lstStyle/>
        <a:p>
          <a:endParaRPr lang="en-US">
            <a:solidFill>
              <a:schemeClr val="accent1">
                <a:lumMod val="75000"/>
              </a:schemeClr>
            </a:solidFill>
          </a:endParaRPr>
        </a:p>
      </dgm:t>
    </dgm:pt>
    <dgm:pt modelId="{19873646-B011-416B-84ED-DE84E0D41579}">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pPr>
            <a:lnSpc>
              <a:spcPct val="100000"/>
            </a:lnSpc>
            <a:spcAft>
              <a:spcPts val="0"/>
            </a:spcAft>
          </a:pPr>
          <a:r>
            <a:rPr lang="en-US" sz="1400" b="0" dirty="0" smtClean="0">
              <a:solidFill>
                <a:schemeClr val="accent1">
                  <a:lumMod val="75000"/>
                </a:schemeClr>
              </a:solidFill>
            </a:rPr>
            <a:t>Any service </a:t>
          </a:r>
        </a:p>
        <a:p>
          <a:pPr>
            <a:lnSpc>
              <a:spcPct val="100000"/>
            </a:lnSpc>
            <a:spcAft>
              <a:spcPts val="0"/>
            </a:spcAft>
          </a:pPr>
          <a:r>
            <a:rPr lang="en-US" sz="1400" b="0" dirty="0" smtClean="0">
              <a:solidFill>
                <a:schemeClr val="accent1">
                  <a:lumMod val="75000"/>
                </a:schemeClr>
              </a:solidFill>
            </a:rPr>
            <a:t>Any business</a:t>
          </a:r>
          <a:endParaRPr lang="en-US" sz="1400" b="0" dirty="0">
            <a:solidFill>
              <a:schemeClr val="accent1">
                <a:lumMod val="75000"/>
              </a:schemeClr>
            </a:solidFill>
          </a:endParaRPr>
        </a:p>
      </dgm:t>
    </dgm:pt>
    <dgm:pt modelId="{47CC150C-0DD7-47CB-8D04-803165564529}" type="sibTrans" cxnId="{353B59CD-FFBC-48F4-9D33-37B47C3C0524}">
      <dgm:prSet/>
      <dgm:spPr/>
      <dgm:t>
        <a:bodyPr/>
        <a:lstStyle/>
        <a:p>
          <a:endParaRPr lang="en-US">
            <a:solidFill>
              <a:schemeClr val="accent1">
                <a:lumMod val="75000"/>
              </a:schemeClr>
            </a:solidFill>
          </a:endParaRPr>
        </a:p>
      </dgm:t>
    </dgm:pt>
    <dgm:pt modelId="{93234B5F-8A99-4C0A-A185-3934CDB7FB44}" type="parTrans" cxnId="{353B59CD-FFBC-48F4-9D33-37B47C3C0524}">
      <dgm:prSet/>
      <dgm:spPr/>
      <dgm:t>
        <a:bodyPr/>
        <a:lstStyle/>
        <a:p>
          <a:endParaRPr lang="en-US">
            <a:solidFill>
              <a:schemeClr val="accent1">
                <a:lumMod val="75000"/>
              </a:schemeClr>
            </a:solidFill>
          </a:endParaRPr>
        </a:p>
      </dgm:t>
    </dgm:pt>
    <dgm:pt modelId="{5EC02B77-F9E0-475D-B403-AA8D09DFB001}">
      <dgm:prSet phldrT="[Text]" custScaleX="194874" custScaleY="77227" custRadScaleRad="162868" custRadScaleInc="-7883"/>
      <dgm:spPr>
        <a:solidFill>
          <a:schemeClr val="bg1"/>
        </a:solidFill>
        <a:ln>
          <a:solidFill>
            <a:schemeClr val="accent1">
              <a:lumMod val="75000"/>
            </a:schemeClr>
          </a:solidFill>
          <a:prstDash val="dashDot"/>
        </a:ln>
      </dgm:spPr>
      <dgm:t>
        <a:bodyPr/>
        <a:lstStyle/>
        <a:p>
          <a:endParaRPr lang="en-US"/>
        </a:p>
      </dgm:t>
    </dgm:pt>
    <dgm:pt modelId="{9C197ADF-74A2-4912-819B-FDECEDB9834A}" type="parTrans" cxnId="{58E665E9-EBE7-4A75-8833-794AB921BAC9}">
      <dgm:prSet/>
      <dgm:spPr/>
      <dgm:t>
        <a:bodyPr/>
        <a:lstStyle/>
        <a:p>
          <a:endParaRPr lang="en-US"/>
        </a:p>
      </dgm:t>
    </dgm:pt>
    <dgm:pt modelId="{CB7D6FF3-3F0B-411F-86A5-01CD63A62A20}" type="sibTrans" cxnId="{58E665E9-EBE7-4A75-8833-794AB921BAC9}">
      <dgm:prSet/>
      <dgm:spPr/>
      <dgm:t>
        <a:bodyPr/>
        <a:lstStyle/>
        <a:p>
          <a:endParaRPr lang="en-US"/>
        </a:p>
      </dgm:t>
    </dgm:pt>
    <dgm:pt modelId="{2D14CF3D-DFE8-4DB2-9374-03410F7D699F}">
      <dgm:prSet phldrT="[Text]" custScaleX="211692" custScaleY="82528" custRadScaleRad="109703" custRadScaleInc="28878"/>
      <dgm:spPr>
        <a:solidFill>
          <a:schemeClr val="bg1"/>
        </a:solidFill>
        <a:ln>
          <a:solidFill>
            <a:schemeClr val="accent1">
              <a:lumMod val="75000"/>
            </a:schemeClr>
          </a:solidFill>
          <a:prstDash val="dashDot"/>
        </a:ln>
      </dgm:spPr>
      <dgm:t>
        <a:bodyPr/>
        <a:lstStyle/>
        <a:p>
          <a:endParaRPr lang="en-US"/>
        </a:p>
      </dgm:t>
    </dgm:pt>
    <dgm:pt modelId="{457006A9-F102-4FDD-8E31-82B8EA637E8D}" type="parTrans" cxnId="{243FEF7D-5BFB-4344-853F-58356252A99A}">
      <dgm:prSet/>
      <dgm:spPr/>
      <dgm:t>
        <a:bodyPr/>
        <a:lstStyle/>
        <a:p>
          <a:endParaRPr lang="en-US"/>
        </a:p>
      </dgm:t>
    </dgm:pt>
    <dgm:pt modelId="{D5D38B00-74A5-4E1A-8B80-0AFBD8DBEF7B}" type="sibTrans" cxnId="{243FEF7D-5BFB-4344-853F-58356252A99A}">
      <dgm:prSet/>
      <dgm:spPr/>
      <dgm:t>
        <a:bodyPr/>
        <a:lstStyle/>
        <a:p>
          <a:endParaRPr lang="en-US"/>
        </a:p>
      </dgm:t>
    </dgm:pt>
    <dgm:pt modelId="{B02344C7-ECF0-447B-9F1E-123FF30508EE}">
      <dgm:prSet phldrT="[Text]" custScaleX="179279" custScaleY="82670" custRadScaleRad="153526" custRadScaleInc="7492"/>
      <dgm:spPr>
        <a:solidFill>
          <a:schemeClr val="bg1"/>
        </a:solidFill>
        <a:ln>
          <a:solidFill>
            <a:schemeClr val="accent1">
              <a:lumMod val="75000"/>
            </a:schemeClr>
          </a:solidFill>
          <a:prstDash val="dashDot"/>
        </a:ln>
      </dgm:spPr>
      <dgm:t>
        <a:bodyPr/>
        <a:lstStyle/>
        <a:p>
          <a:endParaRPr lang="en-US"/>
        </a:p>
      </dgm:t>
    </dgm:pt>
    <dgm:pt modelId="{7AEDE212-472D-4D2A-BA1F-685826F1E1CE}" type="parTrans" cxnId="{AD1C827B-CC1B-4EB1-BC22-F8F5C64927C7}">
      <dgm:prSet/>
      <dgm:spPr/>
      <dgm:t>
        <a:bodyPr/>
        <a:lstStyle/>
        <a:p>
          <a:endParaRPr lang="en-US"/>
        </a:p>
      </dgm:t>
    </dgm:pt>
    <dgm:pt modelId="{ADD8A996-3A1E-490C-9D84-31D158549A9E}" type="sibTrans" cxnId="{AD1C827B-CC1B-4EB1-BC22-F8F5C64927C7}">
      <dgm:prSet/>
      <dgm:spPr/>
      <dgm:t>
        <a:bodyPr/>
        <a:lstStyle/>
        <a:p>
          <a:endParaRPr lang="en-US"/>
        </a:p>
      </dgm:t>
    </dgm:pt>
    <dgm:pt modelId="{05C08041-8765-4CAA-8F25-CDAE0CA7E18E}">
      <dgm:prSet/>
      <dgm:spPr/>
      <dgm:t>
        <a:bodyPr/>
        <a:lstStyle/>
        <a:p>
          <a:endParaRPr lang="en-US"/>
        </a:p>
      </dgm:t>
    </dgm:pt>
    <dgm:pt modelId="{6D815E42-DF8A-45D3-879C-C3B073353FAE}" type="parTrans" cxnId="{8D6ECB7B-E3B1-4EB8-AC88-64006B068D3C}">
      <dgm:prSet/>
      <dgm:spPr/>
      <dgm:t>
        <a:bodyPr/>
        <a:lstStyle/>
        <a:p>
          <a:endParaRPr lang="en-US"/>
        </a:p>
      </dgm:t>
    </dgm:pt>
    <dgm:pt modelId="{96C6E063-4095-4475-860A-9C3B63199C6C}" type="sibTrans" cxnId="{8D6ECB7B-E3B1-4EB8-AC88-64006B068D3C}">
      <dgm:prSet/>
      <dgm:spPr/>
      <dgm:t>
        <a:bodyPr/>
        <a:lstStyle/>
        <a:p>
          <a:endParaRPr lang="en-US"/>
        </a:p>
      </dgm:t>
    </dgm:pt>
    <dgm:pt modelId="{88A92817-07DD-4AF2-A556-A32E528C7440}">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smtClean="0">
              <a:solidFill>
                <a:schemeClr val="accent1">
                  <a:lumMod val="75000"/>
                </a:schemeClr>
              </a:solidFill>
            </a:rPr>
            <a:t>Anybody anyone</a:t>
          </a:r>
          <a:endParaRPr lang="en-US" sz="1400" b="0" dirty="0">
            <a:solidFill>
              <a:schemeClr val="accent1">
                <a:lumMod val="75000"/>
              </a:schemeClr>
            </a:solidFill>
          </a:endParaRPr>
        </a:p>
      </dgm:t>
    </dgm:pt>
    <dgm:pt modelId="{7FCC47EA-A8F7-41F3-9DD9-A96A1B1F10B1}" type="parTrans" cxnId="{CFE5CB07-3379-4561-916B-CC6A6B9078E2}">
      <dgm:prSet/>
      <dgm:spPr/>
      <dgm:t>
        <a:bodyPr/>
        <a:lstStyle/>
        <a:p>
          <a:endParaRPr lang="en-US"/>
        </a:p>
      </dgm:t>
    </dgm:pt>
    <dgm:pt modelId="{B5444966-6595-4391-B8B9-3E14BF73E7BE}" type="sibTrans" cxnId="{CFE5CB07-3379-4561-916B-CC6A6B9078E2}">
      <dgm:prSet/>
      <dgm:spPr/>
      <dgm:t>
        <a:bodyPr/>
        <a:lstStyle/>
        <a:p>
          <a:endParaRPr lang="en-US"/>
        </a:p>
      </dgm:t>
    </dgm:pt>
    <dgm:pt modelId="{4861013B-662D-45F4-A5AC-D50C9101052B}">
      <dgm:prSet phldrT="[Text]" custT="1"/>
      <dgm:spPr>
        <a:solidFill>
          <a:schemeClr val="bg1"/>
        </a:solidFill>
        <a:ln>
          <a:solidFill>
            <a:schemeClr val="bg1">
              <a:lumMod val="75000"/>
            </a:schemeClr>
          </a:solidFill>
          <a:prstDash val="solid"/>
        </a:ln>
        <a:effectLst>
          <a:innerShdw blurRad="63500" dist="50800" dir="10800000">
            <a:prstClr val="black">
              <a:alpha val="50000"/>
            </a:prstClr>
          </a:innerShdw>
        </a:effectLst>
      </dgm:spPr>
      <dgm:t>
        <a:bodyPr/>
        <a:lstStyle/>
        <a:p>
          <a:r>
            <a:rPr lang="en-US" sz="1400" b="0" dirty="0" smtClean="0">
              <a:solidFill>
                <a:schemeClr val="accent1">
                  <a:lumMod val="75000"/>
                </a:schemeClr>
              </a:solidFill>
            </a:rPr>
            <a:t>Any device</a:t>
          </a:r>
        </a:p>
        <a:p>
          <a:r>
            <a:rPr lang="en-US" sz="1400" b="0" dirty="0" smtClean="0">
              <a:solidFill>
                <a:schemeClr val="accent1">
                  <a:lumMod val="75000"/>
                </a:schemeClr>
              </a:solidFill>
            </a:rPr>
            <a:t>Anything</a:t>
          </a:r>
          <a:endParaRPr lang="en-US" sz="1400" b="0" dirty="0">
            <a:solidFill>
              <a:schemeClr val="accent1">
                <a:lumMod val="75000"/>
              </a:schemeClr>
            </a:solidFill>
          </a:endParaRPr>
        </a:p>
      </dgm:t>
    </dgm:pt>
    <dgm:pt modelId="{0C6C9A9B-3091-4679-B430-CE57EF063BBE}" type="parTrans" cxnId="{ED0C69CE-3E85-4D7F-9D40-181FD532CF33}">
      <dgm:prSet/>
      <dgm:spPr/>
      <dgm:t>
        <a:bodyPr/>
        <a:lstStyle/>
        <a:p>
          <a:endParaRPr lang="en-US"/>
        </a:p>
      </dgm:t>
    </dgm:pt>
    <dgm:pt modelId="{5876A861-FF25-4600-917A-A0770FF21EAF}" type="sibTrans" cxnId="{ED0C69CE-3E85-4D7F-9D40-181FD532CF33}">
      <dgm:prSet/>
      <dgm:spPr/>
      <dgm:t>
        <a:bodyPr/>
        <a:lstStyle/>
        <a:p>
          <a:endParaRPr lang="en-US"/>
        </a:p>
      </dgm:t>
    </dgm:pt>
    <dgm:pt modelId="{323DF16C-FCC3-44F1-8448-085C25738392}">
      <dgm:prSet phldrT="[Text]" custT="1"/>
      <dgm:spPr>
        <a:solidFill>
          <a:schemeClr val="bg1"/>
        </a:solidFill>
      </dgm:spPr>
      <dgm:t>
        <a:bodyPr/>
        <a:lstStyle/>
        <a:p>
          <a:endParaRPr lang="en-US" sz="1600" b="1" dirty="0">
            <a:solidFill>
              <a:schemeClr val="accent1">
                <a:lumMod val="75000"/>
              </a:schemeClr>
            </a:solidFill>
            <a:latin typeface="Comic Sans MS" panose="030F0702030302020204" pitchFamily="66" charset="0"/>
          </a:endParaRPr>
        </a:p>
      </dgm:t>
    </dgm:pt>
    <dgm:pt modelId="{9850A012-B3D8-4690-B674-6935699A7A1C}" type="sibTrans" cxnId="{5D5E2FE3-5D53-4573-9D3B-E604B7BB17AA}">
      <dgm:prSet/>
      <dgm:spPr/>
      <dgm:t>
        <a:bodyPr/>
        <a:lstStyle/>
        <a:p>
          <a:endParaRPr lang="en-US">
            <a:solidFill>
              <a:schemeClr val="accent1">
                <a:lumMod val="75000"/>
              </a:schemeClr>
            </a:solidFill>
          </a:endParaRPr>
        </a:p>
      </dgm:t>
    </dgm:pt>
    <dgm:pt modelId="{86B4AAF8-B73A-4FBD-8745-1D262669FDEA}" type="parTrans" cxnId="{5D5E2FE3-5D53-4573-9D3B-E604B7BB17AA}">
      <dgm:prSet/>
      <dgm:spPr/>
      <dgm:t>
        <a:bodyPr/>
        <a:lstStyle/>
        <a:p>
          <a:endParaRPr lang="en-US">
            <a:solidFill>
              <a:schemeClr val="accent1">
                <a:lumMod val="75000"/>
              </a:schemeClr>
            </a:solidFill>
          </a:endParaRPr>
        </a:p>
      </dgm:t>
    </dgm:pt>
    <dgm:pt modelId="{DFFADA64-88F0-4DFD-9AB8-8DABC85B5892}" type="pres">
      <dgm:prSet presAssocID="{52FAFB1D-91E6-432E-9061-B44ADA57744E}" presName="composite" presStyleCnt="0">
        <dgm:presLayoutVars>
          <dgm:chMax val="1"/>
          <dgm:dir/>
          <dgm:resizeHandles val="exact"/>
        </dgm:presLayoutVars>
      </dgm:prSet>
      <dgm:spPr/>
      <dgm:t>
        <a:bodyPr/>
        <a:lstStyle/>
        <a:p>
          <a:endParaRPr lang="en-US"/>
        </a:p>
      </dgm:t>
    </dgm:pt>
    <dgm:pt modelId="{716F0705-B8B4-4582-AC14-642CEC15DB30}" type="pres">
      <dgm:prSet presAssocID="{52FAFB1D-91E6-432E-9061-B44ADA57744E}" presName="radial" presStyleCnt="0">
        <dgm:presLayoutVars>
          <dgm:animLvl val="ctr"/>
        </dgm:presLayoutVars>
      </dgm:prSet>
      <dgm:spPr/>
    </dgm:pt>
    <dgm:pt modelId="{FAF161BF-D0B3-4FF2-AC4E-A66C848FDC4C}" type="pres">
      <dgm:prSet presAssocID="{323DF16C-FCC3-44F1-8448-085C25738392}" presName="centerShape" presStyleLbl="vennNode1" presStyleIdx="0" presStyleCnt="7" custScaleX="75315" custScaleY="78327" custLinFactNeighborX="93018" custLinFactNeighborY="-5917"/>
      <dgm:spPr/>
      <dgm:t>
        <a:bodyPr/>
        <a:lstStyle/>
        <a:p>
          <a:endParaRPr lang="en-US"/>
        </a:p>
      </dgm:t>
    </dgm:pt>
    <dgm:pt modelId="{7FE0CED1-8980-42E3-946D-42D2FD294376}" type="pres">
      <dgm:prSet presAssocID="{19873646-B011-416B-84ED-DE84E0D41579}" presName="node" presStyleLbl="vennNode1" presStyleIdx="1" presStyleCnt="7" custScaleX="209475" custScaleY="73584" custRadScaleRad="106752" custRadScaleInc="-4167">
        <dgm:presLayoutVars>
          <dgm:bulletEnabled val="1"/>
        </dgm:presLayoutVars>
      </dgm:prSet>
      <dgm:spPr/>
      <dgm:t>
        <a:bodyPr/>
        <a:lstStyle/>
        <a:p>
          <a:endParaRPr lang="en-US"/>
        </a:p>
      </dgm:t>
    </dgm:pt>
    <dgm:pt modelId="{2ED89991-1233-4539-8D6D-3AD387B0BEB0}" type="pres">
      <dgm:prSet presAssocID="{4FBC4D65-75DC-4404-A89D-F12C06DDFD35}" presName="node" presStyleLbl="vennNode1" presStyleIdx="2" presStyleCnt="7" custScaleX="175198" custScaleY="73581" custRadScaleRad="154742" custRadScaleInc="15300">
        <dgm:presLayoutVars>
          <dgm:bulletEnabled val="1"/>
        </dgm:presLayoutVars>
      </dgm:prSet>
      <dgm:spPr/>
      <dgm:t>
        <a:bodyPr/>
        <a:lstStyle/>
        <a:p>
          <a:endParaRPr lang="en-US"/>
        </a:p>
      </dgm:t>
    </dgm:pt>
    <dgm:pt modelId="{C1F8E57E-5A25-4C9D-A2CA-FE97024A98FE}" type="pres">
      <dgm:prSet presAssocID="{A370E208-289E-4357-B161-099161130C27}" presName="node" presStyleLbl="vennNode1" presStyleIdx="3" presStyleCnt="7" custScaleX="172425" custScaleY="72467" custRadScaleRad="141900" custRadScaleInc="-35657">
        <dgm:presLayoutVars>
          <dgm:bulletEnabled val="1"/>
        </dgm:presLayoutVars>
      </dgm:prSet>
      <dgm:spPr/>
      <dgm:t>
        <a:bodyPr/>
        <a:lstStyle/>
        <a:p>
          <a:endParaRPr lang="en-US"/>
        </a:p>
      </dgm:t>
    </dgm:pt>
    <dgm:pt modelId="{A633136D-0806-49DF-946B-F947689B04DF}" type="pres">
      <dgm:prSet presAssocID="{D59AD2C9-6E2F-4C98-BC4F-9A8C11E8E325}" presName="node" presStyleLbl="vennNode1" presStyleIdx="4" presStyleCnt="7" custScaleX="152016" custScaleY="78607" custRadScaleRad="74477" custRadScaleInc="-17473">
        <dgm:presLayoutVars>
          <dgm:bulletEnabled val="1"/>
        </dgm:presLayoutVars>
      </dgm:prSet>
      <dgm:spPr/>
      <dgm:t>
        <a:bodyPr/>
        <a:lstStyle/>
        <a:p>
          <a:endParaRPr lang="en-US"/>
        </a:p>
      </dgm:t>
    </dgm:pt>
    <dgm:pt modelId="{6EE19E3F-C303-4444-AF5D-5D74F3FB07E7}" type="pres">
      <dgm:prSet presAssocID="{88A92817-07DD-4AF2-A556-A32E528C7440}" presName="node" presStyleLbl="vennNode1" presStyleIdx="5" presStyleCnt="7" custScaleX="153272" custScaleY="74600" custRadScaleRad="130456" custRadScaleInc="25883">
        <dgm:presLayoutVars>
          <dgm:bulletEnabled val="1"/>
        </dgm:presLayoutVars>
      </dgm:prSet>
      <dgm:spPr/>
      <dgm:t>
        <a:bodyPr/>
        <a:lstStyle/>
        <a:p>
          <a:endParaRPr lang="en-US"/>
        </a:p>
      </dgm:t>
    </dgm:pt>
    <dgm:pt modelId="{7D750CA7-DA95-472A-A473-36B797F0036E}" type="pres">
      <dgm:prSet presAssocID="{4861013B-662D-45F4-A5AC-D50C9101052B}" presName="node" presStyleLbl="vennNode1" presStyleIdx="6" presStyleCnt="7" custScaleX="164728" custScaleY="69972" custRadScaleRad="157089" custRadScaleInc="-16762">
        <dgm:presLayoutVars>
          <dgm:bulletEnabled val="1"/>
        </dgm:presLayoutVars>
      </dgm:prSet>
      <dgm:spPr/>
      <dgm:t>
        <a:bodyPr/>
        <a:lstStyle/>
        <a:p>
          <a:endParaRPr lang="en-US"/>
        </a:p>
      </dgm:t>
    </dgm:pt>
  </dgm:ptLst>
  <dgm:cxnLst>
    <dgm:cxn modelId="{23F162CE-4A6D-4633-B883-579227A0FEF1}" srcId="{323DF16C-FCC3-44F1-8448-085C25738392}" destId="{A370E208-289E-4357-B161-099161130C27}" srcOrd="2" destOrd="0" parTransId="{6B5E4726-603C-46C7-A10E-1B6130F88FDD}" sibTransId="{AB5156F0-4A84-479C-B4DB-980DDB2B57DF}"/>
    <dgm:cxn modelId="{AD1C827B-CC1B-4EB1-BC22-F8F5C64927C7}" srcId="{52FAFB1D-91E6-432E-9061-B44ADA57744E}" destId="{B02344C7-ECF0-447B-9F1E-123FF30508EE}" srcOrd="3" destOrd="0" parTransId="{7AEDE212-472D-4D2A-BA1F-685826F1E1CE}" sibTransId="{ADD8A996-3A1E-490C-9D84-31D158549A9E}"/>
    <dgm:cxn modelId="{353B59CD-FFBC-48F4-9D33-37B47C3C0524}" srcId="{323DF16C-FCC3-44F1-8448-085C25738392}" destId="{19873646-B011-416B-84ED-DE84E0D41579}" srcOrd="0" destOrd="0" parTransId="{93234B5F-8A99-4C0A-A185-3934CDB7FB44}" sibTransId="{47CC150C-0DD7-47CB-8D04-803165564529}"/>
    <dgm:cxn modelId="{85D72FB6-0C7F-4411-9404-185A673C2780}" type="presOf" srcId="{323DF16C-FCC3-44F1-8448-085C25738392}" destId="{FAF161BF-D0B3-4FF2-AC4E-A66C848FDC4C}" srcOrd="0" destOrd="0" presId="urn:microsoft.com/office/officeart/2005/8/layout/radial3"/>
    <dgm:cxn modelId="{4E4BD4CC-76D5-4B5B-9FA7-16C1679779D6}" type="presOf" srcId="{4FBC4D65-75DC-4404-A89D-F12C06DDFD35}" destId="{2ED89991-1233-4539-8D6D-3AD387B0BEB0}" srcOrd="0" destOrd="0" presId="urn:microsoft.com/office/officeart/2005/8/layout/radial3"/>
    <dgm:cxn modelId="{8E6FC7CB-FFBD-4A4A-A055-344BE469365B}" type="presOf" srcId="{4861013B-662D-45F4-A5AC-D50C9101052B}" destId="{7D750CA7-DA95-472A-A473-36B797F0036E}" srcOrd="0" destOrd="0" presId="urn:microsoft.com/office/officeart/2005/8/layout/radial3"/>
    <dgm:cxn modelId="{781FD373-FDB1-4B4B-B74B-8877AF5E443E}" srcId="{323DF16C-FCC3-44F1-8448-085C25738392}" destId="{D59AD2C9-6E2F-4C98-BC4F-9A8C11E8E325}" srcOrd="3" destOrd="0" parTransId="{5B1BDA4B-C3B0-437B-91BF-07A02280683A}" sibTransId="{BFDD0FC2-4CB2-4B1E-8DBD-A699FCD16D5C}"/>
    <dgm:cxn modelId="{8D6ECB7B-E3B1-4EB8-AC88-64006B068D3C}" srcId="{52FAFB1D-91E6-432E-9061-B44ADA57744E}" destId="{05C08041-8765-4CAA-8F25-CDAE0CA7E18E}" srcOrd="4" destOrd="0" parTransId="{6D815E42-DF8A-45D3-879C-C3B073353FAE}" sibTransId="{96C6E063-4095-4475-860A-9C3B63199C6C}"/>
    <dgm:cxn modelId="{7ECF55F0-8E25-4459-AD99-416D10B21BC8}" type="presOf" srcId="{88A92817-07DD-4AF2-A556-A32E528C7440}" destId="{6EE19E3F-C303-4444-AF5D-5D74F3FB07E7}" srcOrd="0" destOrd="0" presId="urn:microsoft.com/office/officeart/2005/8/layout/radial3"/>
    <dgm:cxn modelId="{CFE5CB07-3379-4561-916B-CC6A6B9078E2}" srcId="{323DF16C-FCC3-44F1-8448-085C25738392}" destId="{88A92817-07DD-4AF2-A556-A32E528C7440}" srcOrd="4" destOrd="0" parTransId="{7FCC47EA-A8F7-41F3-9DD9-A96A1B1F10B1}" sibTransId="{B5444966-6595-4391-B8B9-3E14BF73E7BE}"/>
    <dgm:cxn modelId="{27A12CA6-8D4A-4D2A-B45D-B90B13B25907}" type="presOf" srcId="{52FAFB1D-91E6-432E-9061-B44ADA57744E}" destId="{DFFADA64-88F0-4DFD-9AB8-8DABC85B5892}" srcOrd="0" destOrd="0" presId="urn:microsoft.com/office/officeart/2005/8/layout/radial3"/>
    <dgm:cxn modelId="{5D5E2FE3-5D53-4573-9D3B-E604B7BB17AA}" srcId="{52FAFB1D-91E6-432E-9061-B44ADA57744E}" destId="{323DF16C-FCC3-44F1-8448-085C25738392}" srcOrd="0" destOrd="0" parTransId="{86B4AAF8-B73A-4FBD-8745-1D262669FDEA}" sibTransId="{9850A012-B3D8-4690-B674-6935699A7A1C}"/>
    <dgm:cxn modelId="{04539ED5-C802-4B01-BDEF-EC08A6E61D34}" type="presOf" srcId="{19873646-B011-416B-84ED-DE84E0D41579}" destId="{7FE0CED1-8980-42E3-946D-42D2FD294376}" srcOrd="0" destOrd="0" presId="urn:microsoft.com/office/officeart/2005/8/layout/radial3"/>
    <dgm:cxn modelId="{046CF64D-1E71-442C-AB9A-7245FB9CF1E7}" type="presOf" srcId="{A370E208-289E-4357-B161-099161130C27}" destId="{C1F8E57E-5A25-4C9D-A2CA-FE97024A98FE}" srcOrd="0" destOrd="0" presId="urn:microsoft.com/office/officeart/2005/8/layout/radial3"/>
    <dgm:cxn modelId="{2DF8AD2B-F30F-4E44-99EA-DD06DF4D2FBC}" type="presOf" srcId="{D59AD2C9-6E2F-4C98-BC4F-9A8C11E8E325}" destId="{A633136D-0806-49DF-946B-F947689B04DF}" srcOrd="0" destOrd="0" presId="urn:microsoft.com/office/officeart/2005/8/layout/radial3"/>
    <dgm:cxn modelId="{58E665E9-EBE7-4A75-8833-794AB921BAC9}" srcId="{52FAFB1D-91E6-432E-9061-B44ADA57744E}" destId="{5EC02B77-F9E0-475D-B403-AA8D09DFB001}" srcOrd="1" destOrd="0" parTransId="{9C197ADF-74A2-4912-819B-FDECEDB9834A}" sibTransId="{CB7D6FF3-3F0B-411F-86A5-01CD63A62A20}"/>
    <dgm:cxn modelId="{AE54A633-A92A-47EF-8587-AF6DA0D20FDE}" srcId="{323DF16C-FCC3-44F1-8448-085C25738392}" destId="{4FBC4D65-75DC-4404-A89D-F12C06DDFD35}" srcOrd="1" destOrd="0" parTransId="{6A5F4A86-03DF-4786-AEC7-8C9EE914BE5B}" sibTransId="{3A4AEC0B-0E0E-40BF-9ABA-C8F0E904D814}"/>
    <dgm:cxn modelId="{ED0C69CE-3E85-4D7F-9D40-181FD532CF33}" srcId="{323DF16C-FCC3-44F1-8448-085C25738392}" destId="{4861013B-662D-45F4-A5AC-D50C9101052B}" srcOrd="5" destOrd="0" parTransId="{0C6C9A9B-3091-4679-B430-CE57EF063BBE}" sibTransId="{5876A861-FF25-4600-917A-A0770FF21EAF}"/>
    <dgm:cxn modelId="{243FEF7D-5BFB-4344-853F-58356252A99A}" srcId="{52FAFB1D-91E6-432E-9061-B44ADA57744E}" destId="{2D14CF3D-DFE8-4DB2-9374-03410F7D699F}" srcOrd="2" destOrd="0" parTransId="{457006A9-F102-4FDD-8E31-82B8EA637E8D}" sibTransId="{D5D38B00-74A5-4E1A-8B80-0AFBD8DBEF7B}"/>
    <dgm:cxn modelId="{95E9D5D1-854B-4FCE-B70F-016D3340BDD5}" type="presParOf" srcId="{DFFADA64-88F0-4DFD-9AB8-8DABC85B5892}" destId="{716F0705-B8B4-4582-AC14-642CEC15DB30}" srcOrd="0" destOrd="0" presId="urn:microsoft.com/office/officeart/2005/8/layout/radial3"/>
    <dgm:cxn modelId="{A09032B9-1854-46A3-95E9-86471B6830E4}" type="presParOf" srcId="{716F0705-B8B4-4582-AC14-642CEC15DB30}" destId="{FAF161BF-D0B3-4FF2-AC4E-A66C848FDC4C}" srcOrd="0" destOrd="0" presId="urn:microsoft.com/office/officeart/2005/8/layout/radial3"/>
    <dgm:cxn modelId="{A6531471-C780-4B4E-8E5F-C90487E0E4BC}" type="presParOf" srcId="{716F0705-B8B4-4582-AC14-642CEC15DB30}" destId="{7FE0CED1-8980-42E3-946D-42D2FD294376}" srcOrd="1" destOrd="0" presId="urn:microsoft.com/office/officeart/2005/8/layout/radial3"/>
    <dgm:cxn modelId="{C72322FD-2FAE-4A28-AEB8-959696F59303}" type="presParOf" srcId="{716F0705-B8B4-4582-AC14-642CEC15DB30}" destId="{2ED89991-1233-4539-8D6D-3AD387B0BEB0}" srcOrd="2" destOrd="0" presId="urn:microsoft.com/office/officeart/2005/8/layout/radial3"/>
    <dgm:cxn modelId="{BD8881AA-B8FA-48D2-9534-1463D10A8BD8}" type="presParOf" srcId="{716F0705-B8B4-4582-AC14-642CEC15DB30}" destId="{C1F8E57E-5A25-4C9D-A2CA-FE97024A98FE}" srcOrd="3" destOrd="0" presId="urn:microsoft.com/office/officeart/2005/8/layout/radial3"/>
    <dgm:cxn modelId="{DB4C1483-D6D2-40A5-AD01-2FACA951E982}" type="presParOf" srcId="{716F0705-B8B4-4582-AC14-642CEC15DB30}" destId="{A633136D-0806-49DF-946B-F947689B04DF}" srcOrd="4" destOrd="0" presId="urn:microsoft.com/office/officeart/2005/8/layout/radial3"/>
    <dgm:cxn modelId="{1D7E7A48-564D-4FFA-AEE2-0FB6B089DF56}" type="presParOf" srcId="{716F0705-B8B4-4582-AC14-642CEC15DB30}" destId="{6EE19E3F-C303-4444-AF5D-5D74F3FB07E7}" srcOrd="5" destOrd="0" presId="urn:microsoft.com/office/officeart/2005/8/layout/radial3"/>
    <dgm:cxn modelId="{B1B2E487-7B74-49A4-B9F5-9D8D8DBB9603}" type="presParOf" srcId="{716F0705-B8B4-4582-AC14-642CEC15DB30}" destId="{7D750CA7-DA95-472A-A473-36B797F0036E}" srcOrd="6" destOrd="0" presId="urn:microsoft.com/office/officeart/2005/8/layout/radial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CBA39AF6-99E2-4886-9226-A54118650A33}" type="doc">
      <dgm:prSet loTypeId="urn:microsoft.com/office/officeart/2009/3/layout/SubStepProcess" loCatId="process" qsTypeId="urn:microsoft.com/office/officeart/2005/8/quickstyle/simple1" qsCatId="simple" csTypeId="urn:microsoft.com/office/officeart/2005/8/colors/accent2_4" csCatId="accent2" phldr="1"/>
      <dgm:spPr/>
      <dgm:t>
        <a:bodyPr/>
        <a:lstStyle/>
        <a:p>
          <a:endParaRPr lang="en-US"/>
        </a:p>
      </dgm:t>
    </dgm:pt>
    <dgm:pt modelId="{2084E2F8-C49C-476B-88A6-D26A68007327}">
      <dgm:prSet phldrT="[Text]" custT="1"/>
      <dgm:spPr>
        <a:solidFill>
          <a:schemeClr val="accent1">
            <a:lumMod val="75000"/>
          </a:schemeClr>
        </a:solidFill>
        <a:effectLst>
          <a:outerShdw blurRad="63500" sx="102000" sy="102000" algn="ctr" rotWithShape="0">
            <a:prstClr val="black">
              <a:alpha val="40000"/>
            </a:prstClr>
          </a:outerShdw>
        </a:effectLst>
      </dgm:spPr>
      <dgm:t>
        <a:bodyPr/>
        <a:lstStyle/>
        <a:p>
          <a:pPr>
            <a:lnSpc>
              <a:spcPct val="100000"/>
            </a:lnSpc>
          </a:pPr>
          <a:r>
            <a:rPr lang="en-US" sz="1400" b="0" dirty="0">
              <a:solidFill>
                <a:schemeClr val="bg1"/>
              </a:solidFill>
            </a:rPr>
            <a:t>Components of  Additive Manufacturing</a:t>
          </a:r>
        </a:p>
      </dgm:t>
    </dgm:pt>
    <dgm:pt modelId="{2C513197-D15D-4614-8D7D-E15719FE3CF5}" type="parTrans" cxnId="{7704EA40-1501-40A4-A97A-AADE4A15EFCD}">
      <dgm:prSet/>
      <dgm:spPr/>
      <dgm:t>
        <a:bodyPr/>
        <a:lstStyle/>
        <a:p>
          <a:endParaRPr lang="en-US"/>
        </a:p>
      </dgm:t>
    </dgm:pt>
    <dgm:pt modelId="{67FBA762-1F53-48D7-AD9A-1B4838C12727}" type="sibTrans" cxnId="{7704EA40-1501-40A4-A97A-AADE4A15EFCD}">
      <dgm:prSet/>
      <dgm:spPr/>
      <dgm:t>
        <a:bodyPr/>
        <a:lstStyle/>
        <a:p>
          <a:endParaRPr lang="en-US"/>
        </a:p>
      </dgm:t>
    </dgm:pt>
    <dgm:pt modelId="{794628AA-A6E5-421E-AE3D-0DF4676BB817}">
      <dgm:prSet phldrT="[Text]" custT="1"/>
      <dgm:spPr/>
      <dgm:t>
        <a:bodyPr/>
        <a:lstStyle/>
        <a:p>
          <a:pPr algn="l"/>
          <a:r>
            <a:rPr lang="en-US" sz="1400" dirty="0">
              <a:solidFill>
                <a:srgbClr val="C00000"/>
              </a:solidFill>
              <a:latin typeface="Comic Sans MS" panose="030F0702030302020204" pitchFamily="66" charset="0"/>
            </a:rPr>
            <a:t>3D printing</a:t>
          </a:r>
        </a:p>
      </dgm:t>
    </dgm:pt>
    <dgm:pt modelId="{1963B788-1832-4FDB-830D-0F4F55956869}" type="parTrans" cxnId="{5CD7AC2B-D5C4-4F48-AE4A-D2F349A699D2}">
      <dgm:prSet/>
      <dgm:spPr/>
      <dgm:t>
        <a:bodyPr/>
        <a:lstStyle/>
        <a:p>
          <a:endParaRPr lang="en-US"/>
        </a:p>
      </dgm:t>
    </dgm:pt>
    <dgm:pt modelId="{C85771D6-7507-4538-B106-2B53D37AE929}" type="sibTrans" cxnId="{5CD7AC2B-D5C4-4F48-AE4A-D2F349A699D2}">
      <dgm:prSet/>
      <dgm:spPr/>
      <dgm:t>
        <a:bodyPr/>
        <a:lstStyle/>
        <a:p>
          <a:endParaRPr lang="en-US"/>
        </a:p>
      </dgm:t>
    </dgm:pt>
    <dgm:pt modelId="{0E61A303-CAE9-4049-A05E-FC7788BF2CF4}">
      <dgm:prSet phldrT="[Text]" custT="1"/>
      <dgm:spPr/>
      <dgm:t>
        <a:bodyPr/>
        <a:lstStyle/>
        <a:p>
          <a:pPr algn="l"/>
          <a:r>
            <a:rPr lang="en-US" sz="1400" dirty="0">
              <a:solidFill>
                <a:srgbClr val="C00000"/>
              </a:solidFill>
              <a:latin typeface="Comic Sans MS" panose="030F0702030302020204" pitchFamily="66" charset="0"/>
            </a:rPr>
            <a:t>Rapid Prototyping</a:t>
          </a:r>
        </a:p>
      </dgm:t>
    </dgm:pt>
    <dgm:pt modelId="{1D55AA2F-4A06-42DD-85FA-68AFD0B9342F}" type="parTrans" cxnId="{F04D9645-5DE8-4B85-A178-A934DB3CC84D}">
      <dgm:prSet/>
      <dgm:spPr/>
      <dgm:t>
        <a:bodyPr/>
        <a:lstStyle/>
        <a:p>
          <a:endParaRPr lang="en-US"/>
        </a:p>
      </dgm:t>
    </dgm:pt>
    <dgm:pt modelId="{7D0EB6E7-AFDF-4C8C-A015-E4F49A4309D2}" type="sibTrans" cxnId="{F04D9645-5DE8-4B85-A178-A934DB3CC84D}">
      <dgm:prSet/>
      <dgm:spPr/>
      <dgm:t>
        <a:bodyPr/>
        <a:lstStyle/>
        <a:p>
          <a:endParaRPr lang="en-US"/>
        </a:p>
      </dgm:t>
    </dgm:pt>
    <dgm:pt modelId="{A5190CBC-146B-4D46-BBD2-37EA1A033ED4}">
      <dgm:prSet phldrT="[Text]" custT="1"/>
      <dgm:spPr/>
      <dgm:t>
        <a:bodyPr/>
        <a:lstStyle/>
        <a:p>
          <a:pPr algn="l"/>
          <a:r>
            <a:rPr lang="en-US" sz="1400" dirty="0">
              <a:solidFill>
                <a:srgbClr val="C00000"/>
              </a:solidFill>
              <a:latin typeface="Comic Sans MS" panose="030F0702030302020204" pitchFamily="66" charset="0"/>
            </a:rPr>
            <a:t>Selective </a:t>
          </a:r>
          <a:r>
            <a:rPr lang="en-US" sz="1400" dirty="0" smtClean="0">
              <a:solidFill>
                <a:srgbClr val="C00000"/>
              </a:solidFill>
              <a:latin typeface="Comic Sans MS" panose="030F0702030302020204" pitchFamily="66" charset="0"/>
            </a:rPr>
            <a:t>Laser Sintering</a:t>
          </a:r>
          <a:endParaRPr lang="en-US" sz="1400" dirty="0">
            <a:solidFill>
              <a:srgbClr val="C00000"/>
            </a:solidFill>
            <a:latin typeface="Comic Sans MS" panose="030F0702030302020204" pitchFamily="66" charset="0"/>
          </a:endParaRPr>
        </a:p>
      </dgm:t>
    </dgm:pt>
    <dgm:pt modelId="{DC1EAFC7-D489-4C13-93FF-ADD00992C8CA}" type="parTrans" cxnId="{87D2D982-6D83-4CCF-A3FC-E18334F1635B}">
      <dgm:prSet/>
      <dgm:spPr/>
      <dgm:t>
        <a:bodyPr/>
        <a:lstStyle/>
        <a:p>
          <a:endParaRPr lang="en-US"/>
        </a:p>
      </dgm:t>
    </dgm:pt>
    <dgm:pt modelId="{30B18089-0BE1-46A5-BB9A-EA184AAC9780}" type="sibTrans" cxnId="{87D2D982-6D83-4CCF-A3FC-E18334F1635B}">
      <dgm:prSet/>
      <dgm:spPr/>
      <dgm:t>
        <a:bodyPr/>
        <a:lstStyle/>
        <a:p>
          <a:endParaRPr lang="en-US"/>
        </a:p>
      </dgm:t>
    </dgm:pt>
    <dgm:pt modelId="{3EA0CC4B-E14E-4680-B8AB-095976638246}" type="pres">
      <dgm:prSet presAssocID="{CBA39AF6-99E2-4886-9226-A54118650A33}" presName="Name0" presStyleCnt="0">
        <dgm:presLayoutVars>
          <dgm:chMax val="7"/>
          <dgm:dir/>
          <dgm:animOne val="branch"/>
        </dgm:presLayoutVars>
      </dgm:prSet>
      <dgm:spPr/>
      <dgm:t>
        <a:bodyPr/>
        <a:lstStyle/>
        <a:p>
          <a:endParaRPr lang="en-US"/>
        </a:p>
      </dgm:t>
    </dgm:pt>
    <dgm:pt modelId="{3B6637E3-0B5B-407B-8241-D8F66FBEA030}" type="pres">
      <dgm:prSet presAssocID="{2084E2F8-C49C-476B-88A6-D26A68007327}" presName="parTx1" presStyleLbl="node1" presStyleIdx="0" presStyleCnt="1"/>
      <dgm:spPr/>
      <dgm:t>
        <a:bodyPr/>
        <a:lstStyle/>
        <a:p>
          <a:endParaRPr lang="en-US"/>
        </a:p>
      </dgm:t>
    </dgm:pt>
    <dgm:pt modelId="{EE4C7CEC-9CC4-4518-99F1-E8B5FCD3F031}" type="pres">
      <dgm:prSet presAssocID="{2084E2F8-C49C-476B-88A6-D26A68007327}" presName="spPre1" presStyleCnt="0"/>
      <dgm:spPr/>
    </dgm:pt>
    <dgm:pt modelId="{DA3DED85-0DC9-4FCF-A41B-E5AEBD889DC3}" type="pres">
      <dgm:prSet presAssocID="{2084E2F8-C49C-476B-88A6-D26A68007327}" presName="chLin1" presStyleCnt="0"/>
      <dgm:spPr/>
    </dgm:pt>
    <dgm:pt modelId="{C91A442C-08A9-4D77-B977-0F0DBDE0F0F0}" type="pres">
      <dgm:prSet presAssocID="{1963B788-1832-4FDB-830D-0F4F55956869}" presName="Name11" presStyleLbl="parChTrans1D1" presStyleIdx="0" presStyleCnt="6"/>
      <dgm:spPr>
        <a:ln w="3175">
          <a:solidFill>
            <a:schemeClr val="accent1">
              <a:lumMod val="75000"/>
            </a:schemeClr>
          </a:solidFill>
        </a:ln>
      </dgm:spPr>
      <dgm:t>
        <a:bodyPr/>
        <a:lstStyle/>
        <a:p>
          <a:endParaRPr lang="en-US"/>
        </a:p>
      </dgm:t>
    </dgm:pt>
    <dgm:pt modelId="{8EF3C8A4-F96C-4D6C-BC9F-FDFCBA13C974}" type="pres">
      <dgm:prSet presAssocID="{794628AA-A6E5-421E-AE3D-0DF4676BB817}" presName="txAndLines1" presStyleCnt="0"/>
      <dgm:spPr/>
    </dgm:pt>
    <dgm:pt modelId="{858C4821-E8F5-46DE-BC90-6B826526813E}" type="pres">
      <dgm:prSet presAssocID="{794628AA-A6E5-421E-AE3D-0DF4676BB817}" presName="anchor1" presStyleCnt="0"/>
      <dgm:spPr/>
    </dgm:pt>
    <dgm:pt modelId="{CF7CCB7A-B52C-4F96-8655-94C7BCC49328}" type="pres">
      <dgm:prSet presAssocID="{794628AA-A6E5-421E-AE3D-0DF4676BB817}" presName="backup1" presStyleCnt="0"/>
      <dgm:spPr/>
    </dgm:pt>
    <dgm:pt modelId="{01AC333D-4B80-433D-A3D7-F6E083679F31}" type="pres">
      <dgm:prSet presAssocID="{794628AA-A6E5-421E-AE3D-0DF4676BB817}" presName="preLine1" presStyleLbl="parChTrans1D1" presStyleIdx="1" presStyleCnt="6"/>
      <dgm:spPr>
        <a:ln w="3175">
          <a:solidFill>
            <a:schemeClr val="accent1">
              <a:lumMod val="75000"/>
            </a:schemeClr>
          </a:solidFill>
        </a:ln>
      </dgm:spPr>
      <dgm:t>
        <a:bodyPr/>
        <a:lstStyle/>
        <a:p>
          <a:endParaRPr lang="en-US"/>
        </a:p>
      </dgm:t>
    </dgm:pt>
    <dgm:pt modelId="{096C3044-5276-45A6-96FD-11860AECAFCE}" type="pres">
      <dgm:prSet presAssocID="{794628AA-A6E5-421E-AE3D-0DF4676BB817}" presName="desTx1" presStyleLbl="revTx" presStyleIdx="0" presStyleCnt="0">
        <dgm:presLayoutVars>
          <dgm:bulletEnabled val="1"/>
        </dgm:presLayoutVars>
      </dgm:prSet>
      <dgm:spPr/>
      <dgm:t>
        <a:bodyPr/>
        <a:lstStyle/>
        <a:p>
          <a:endParaRPr lang="en-US"/>
        </a:p>
      </dgm:t>
    </dgm:pt>
    <dgm:pt modelId="{A562FF7E-BF49-431A-A02F-6AA0945E008B}" type="pres">
      <dgm:prSet presAssocID="{1D55AA2F-4A06-42DD-85FA-68AFD0B9342F}" presName="Name11" presStyleLbl="parChTrans1D1" presStyleIdx="2" presStyleCnt="6"/>
      <dgm:spPr>
        <a:ln w="3175">
          <a:solidFill>
            <a:schemeClr val="accent1">
              <a:lumMod val="75000"/>
            </a:schemeClr>
          </a:solidFill>
        </a:ln>
      </dgm:spPr>
      <dgm:t>
        <a:bodyPr/>
        <a:lstStyle/>
        <a:p>
          <a:endParaRPr lang="en-US"/>
        </a:p>
      </dgm:t>
    </dgm:pt>
    <dgm:pt modelId="{1FD0D243-E50D-4CB0-B595-4D7D69889668}" type="pres">
      <dgm:prSet presAssocID="{0E61A303-CAE9-4049-A05E-FC7788BF2CF4}" presName="txAndLines1" presStyleCnt="0"/>
      <dgm:spPr/>
    </dgm:pt>
    <dgm:pt modelId="{D138053C-FB6B-4735-9844-219B2FD8AA03}" type="pres">
      <dgm:prSet presAssocID="{0E61A303-CAE9-4049-A05E-FC7788BF2CF4}" presName="anchor1" presStyleCnt="0"/>
      <dgm:spPr/>
    </dgm:pt>
    <dgm:pt modelId="{E296884F-410C-40F7-847E-69E392034C3A}" type="pres">
      <dgm:prSet presAssocID="{0E61A303-CAE9-4049-A05E-FC7788BF2CF4}" presName="backup1" presStyleCnt="0"/>
      <dgm:spPr/>
    </dgm:pt>
    <dgm:pt modelId="{969F129D-93A7-47E9-8FF9-3C70C9A8E0F5}" type="pres">
      <dgm:prSet presAssocID="{0E61A303-CAE9-4049-A05E-FC7788BF2CF4}" presName="preLine1" presStyleLbl="parChTrans1D1" presStyleIdx="3" presStyleCnt="6"/>
      <dgm:spPr>
        <a:ln w="3175">
          <a:solidFill>
            <a:schemeClr val="accent1">
              <a:lumMod val="75000"/>
            </a:schemeClr>
          </a:solidFill>
        </a:ln>
      </dgm:spPr>
      <dgm:t>
        <a:bodyPr/>
        <a:lstStyle/>
        <a:p>
          <a:endParaRPr lang="en-US"/>
        </a:p>
      </dgm:t>
    </dgm:pt>
    <dgm:pt modelId="{7482EB2B-2945-4CF6-8306-9EDAE8688ACA}" type="pres">
      <dgm:prSet presAssocID="{0E61A303-CAE9-4049-A05E-FC7788BF2CF4}" presName="desTx1" presStyleLbl="revTx" presStyleIdx="0" presStyleCnt="0">
        <dgm:presLayoutVars>
          <dgm:bulletEnabled val="1"/>
        </dgm:presLayoutVars>
      </dgm:prSet>
      <dgm:spPr/>
      <dgm:t>
        <a:bodyPr/>
        <a:lstStyle/>
        <a:p>
          <a:endParaRPr lang="en-US"/>
        </a:p>
      </dgm:t>
    </dgm:pt>
    <dgm:pt modelId="{0E1C6BFC-5E51-4FBE-8F73-6E275409AFD2}" type="pres">
      <dgm:prSet presAssocID="{DC1EAFC7-D489-4C13-93FF-ADD00992C8CA}" presName="Name11" presStyleLbl="parChTrans1D1" presStyleIdx="4" presStyleCnt="6"/>
      <dgm:spPr>
        <a:ln w="3175">
          <a:solidFill>
            <a:schemeClr val="accent1">
              <a:lumMod val="75000"/>
            </a:schemeClr>
          </a:solidFill>
        </a:ln>
      </dgm:spPr>
      <dgm:t>
        <a:bodyPr/>
        <a:lstStyle/>
        <a:p>
          <a:endParaRPr lang="en-US"/>
        </a:p>
      </dgm:t>
    </dgm:pt>
    <dgm:pt modelId="{66D3F010-BFD8-4B28-BDDD-977B297FDCB0}" type="pres">
      <dgm:prSet presAssocID="{A5190CBC-146B-4D46-BBD2-37EA1A033ED4}" presName="txAndLines1" presStyleCnt="0"/>
      <dgm:spPr/>
    </dgm:pt>
    <dgm:pt modelId="{C2BD3106-1C10-46C9-A923-0C77B5704167}" type="pres">
      <dgm:prSet presAssocID="{A5190CBC-146B-4D46-BBD2-37EA1A033ED4}" presName="anchor1" presStyleCnt="0"/>
      <dgm:spPr/>
    </dgm:pt>
    <dgm:pt modelId="{FB9E3ECE-A46C-479D-BC88-CFF9B6191B8E}" type="pres">
      <dgm:prSet presAssocID="{A5190CBC-146B-4D46-BBD2-37EA1A033ED4}" presName="backup1" presStyleCnt="0"/>
      <dgm:spPr/>
    </dgm:pt>
    <dgm:pt modelId="{D6843F3F-9CD5-4064-A430-A63B17E8BF36}" type="pres">
      <dgm:prSet presAssocID="{A5190CBC-146B-4D46-BBD2-37EA1A033ED4}" presName="preLine1" presStyleLbl="parChTrans1D1" presStyleIdx="5" presStyleCnt="6"/>
      <dgm:spPr>
        <a:ln w="3175">
          <a:solidFill>
            <a:schemeClr val="accent1">
              <a:lumMod val="75000"/>
            </a:schemeClr>
          </a:solidFill>
        </a:ln>
      </dgm:spPr>
      <dgm:t>
        <a:bodyPr/>
        <a:lstStyle/>
        <a:p>
          <a:endParaRPr lang="en-US"/>
        </a:p>
      </dgm:t>
    </dgm:pt>
    <dgm:pt modelId="{5EBC5C5D-B35A-4138-80ED-8BC507B05037}" type="pres">
      <dgm:prSet presAssocID="{A5190CBC-146B-4D46-BBD2-37EA1A033ED4}" presName="desTx1" presStyleLbl="revTx" presStyleIdx="0" presStyleCnt="0">
        <dgm:presLayoutVars>
          <dgm:bulletEnabled val="1"/>
        </dgm:presLayoutVars>
      </dgm:prSet>
      <dgm:spPr/>
      <dgm:t>
        <a:bodyPr/>
        <a:lstStyle/>
        <a:p>
          <a:endParaRPr lang="en-US"/>
        </a:p>
      </dgm:t>
    </dgm:pt>
  </dgm:ptLst>
  <dgm:cxnLst>
    <dgm:cxn modelId="{70349B25-29CD-48AC-940A-3B4261F3120C}" type="presOf" srcId="{2084E2F8-C49C-476B-88A6-D26A68007327}" destId="{3B6637E3-0B5B-407B-8241-D8F66FBEA030}" srcOrd="0" destOrd="0" presId="urn:microsoft.com/office/officeart/2009/3/layout/SubStepProcess"/>
    <dgm:cxn modelId="{F04D9645-5DE8-4B85-A178-A934DB3CC84D}" srcId="{2084E2F8-C49C-476B-88A6-D26A68007327}" destId="{0E61A303-CAE9-4049-A05E-FC7788BF2CF4}" srcOrd="1" destOrd="0" parTransId="{1D55AA2F-4A06-42DD-85FA-68AFD0B9342F}" sibTransId="{7D0EB6E7-AFDF-4C8C-A015-E4F49A4309D2}"/>
    <dgm:cxn modelId="{7B53D312-BF72-4763-93F2-ECF7B05D462E}" type="presOf" srcId="{0E61A303-CAE9-4049-A05E-FC7788BF2CF4}" destId="{7482EB2B-2945-4CF6-8306-9EDAE8688ACA}" srcOrd="0" destOrd="0" presId="urn:microsoft.com/office/officeart/2009/3/layout/SubStepProcess"/>
    <dgm:cxn modelId="{9423FE67-A133-4761-9A98-7912D0B6B3E9}" type="presOf" srcId="{794628AA-A6E5-421E-AE3D-0DF4676BB817}" destId="{096C3044-5276-45A6-96FD-11860AECAFCE}" srcOrd="0" destOrd="0" presId="urn:microsoft.com/office/officeart/2009/3/layout/SubStepProcess"/>
    <dgm:cxn modelId="{87D2D982-6D83-4CCF-A3FC-E18334F1635B}" srcId="{2084E2F8-C49C-476B-88A6-D26A68007327}" destId="{A5190CBC-146B-4D46-BBD2-37EA1A033ED4}" srcOrd="2" destOrd="0" parTransId="{DC1EAFC7-D489-4C13-93FF-ADD00992C8CA}" sibTransId="{30B18089-0BE1-46A5-BB9A-EA184AAC9780}"/>
    <dgm:cxn modelId="{5CD7AC2B-D5C4-4F48-AE4A-D2F349A699D2}" srcId="{2084E2F8-C49C-476B-88A6-D26A68007327}" destId="{794628AA-A6E5-421E-AE3D-0DF4676BB817}" srcOrd="0" destOrd="0" parTransId="{1963B788-1832-4FDB-830D-0F4F55956869}" sibTransId="{C85771D6-7507-4538-B106-2B53D37AE929}"/>
    <dgm:cxn modelId="{7704EA40-1501-40A4-A97A-AADE4A15EFCD}" srcId="{CBA39AF6-99E2-4886-9226-A54118650A33}" destId="{2084E2F8-C49C-476B-88A6-D26A68007327}" srcOrd="0" destOrd="0" parTransId="{2C513197-D15D-4614-8D7D-E15719FE3CF5}" sibTransId="{67FBA762-1F53-48D7-AD9A-1B4838C12727}"/>
    <dgm:cxn modelId="{EEF7C0F4-F9C7-460C-8964-971E6A7A04EA}" type="presOf" srcId="{CBA39AF6-99E2-4886-9226-A54118650A33}" destId="{3EA0CC4B-E14E-4680-B8AB-095976638246}" srcOrd="0" destOrd="0" presId="urn:microsoft.com/office/officeart/2009/3/layout/SubStepProcess"/>
    <dgm:cxn modelId="{7FDA7196-79B1-41F5-BD74-A4AB56087615}" type="presOf" srcId="{A5190CBC-146B-4D46-BBD2-37EA1A033ED4}" destId="{5EBC5C5D-B35A-4138-80ED-8BC507B05037}" srcOrd="0" destOrd="0" presId="urn:microsoft.com/office/officeart/2009/3/layout/SubStepProcess"/>
    <dgm:cxn modelId="{5249AE59-A9D9-4500-A377-70D56688B10C}" type="presParOf" srcId="{3EA0CC4B-E14E-4680-B8AB-095976638246}" destId="{3B6637E3-0B5B-407B-8241-D8F66FBEA030}" srcOrd="0" destOrd="0" presId="urn:microsoft.com/office/officeart/2009/3/layout/SubStepProcess"/>
    <dgm:cxn modelId="{12F9E135-A562-4672-B55E-230A9B5CDB6A}" type="presParOf" srcId="{3EA0CC4B-E14E-4680-B8AB-095976638246}" destId="{EE4C7CEC-9CC4-4518-99F1-E8B5FCD3F031}" srcOrd="1" destOrd="0" presId="urn:microsoft.com/office/officeart/2009/3/layout/SubStepProcess"/>
    <dgm:cxn modelId="{DAC54F67-C336-4F50-948B-73AC4725DA04}" type="presParOf" srcId="{3EA0CC4B-E14E-4680-B8AB-095976638246}" destId="{DA3DED85-0DC9-4FCF-A41B-E5AEBD889DC3}" srcOrd="2" destOrd="0" presId="urn:microsoft.com/office/officeart/2009/3/layout/SubStepProcess"/>
    <dgm:cxn modelId="{6598C3DE-7376-4E38-953F-0F095F0B26DA}" type="presParOf" srcId="{DA3DED85-0DC9-4FCF-A41B-E5AEBD889DC3}" destId="{C91A442C-08A9-4D77-B977-0F0DBDE0F0F0}" srcOrd="0" destOrd="0" presId="urn:microsoft.com/office/officeart/2009/3/layout/SubStepProcess"/>
    <dgm:cxn modelId="{F4824FAA-F4C5-4968-8ED3-D9171348BCDE}" type="presParOf" srcId="{DA3DED85-0DC9-4FCF-A41B-E5AEBD889DC3}" destId="{8EF3C8A4-F96C-4D6C-BC9F-FDFCBA13C974}" srcOrd="1" destOrd="0" presId="urn:microsoft.com/office/officeart/2009/3/layout/SubStepProcess"/>
    <dgm:cxn modelId="{900E8579-4605-4773-826C-9F3A8632A394}" type="presParOf" srcId="{8EF3C8A4-F96C-4D6C-BC9F-FDFCBA13C974}" destId="{858C4821-E8F5-46DE-BC90-6B826526813E}" srcOrd="0" destOrd="0" presId="urn:microsoft.com/office/officeart/2009/3/layout/SubStepProcess"/>
    <dgm:cxn modelId="{AD03D221-6820-4A29-8468-E1DAAA264720}" type="presParOf" srcId="{8EF3C8A4-F96C-4D6C-BC9F-FDFCBA13C974}" destId="{CF7CCB7A-B52C-4F96-8655-94C7BCC49328}" srcOrd="1" destOrd="0" presId="urn:microsoft.com/office/officeart/2009/3/layout/SubStepProcess"/>
    <dgm:cxn modelId="{74AE9BC5-65EC-4A07-8079-AEE7C3A88963}" type="presParOf" srcId="{8EF3C8A4-F96C-4D6C-BC9F-FDFCBA13C974}" destId="{01AC333D-4B80-433D-A3D7-F6E083679F31}" srcOrd="2" destOrd="0" presId="urn:microsoft.com/office/officeart/2009/3/layout/SubStepProcess"/>
    <dgm:cxn modelId="{921A9DFB-BFE4-4EAD-83D4-1E50DA78E1E6}" type="presParOf" srcId="{8EF3C8A4-F96C-4D6C-BC9F-FDFCBA13C974}" destId="{096C3044-5276-45A6-96FD-11860AECAFCE}" srcOrd="3" destOrd="0" presId="urn:microsoft.com/office/officeart/2009/3/layout/SubStepProcess"/>
    <dgm:cxn modelId="{B44E7ACD-EA78-48C7-BEE5-F69DB074AD0E}" type="presParOf" srcId="{DA3DED85-0DC9-4FCF-A41B-E5AEBD889DC3}" destId="{A562FF7E-BF49-431A-A02F-6AA0945E008B}" srcOrd="2" destOrd="0" presId="urn:microsoft.com/office/officeart/2009/3/layout/SubStepProcess"/>
    <dgm:cxn modelId="{9AB70BBF-3ED7-4170-8570-B97A6D8D504A}" type="presParOf" srcId="{DA3DED85-0DC9-4FCF-A41B-E5AEBD889DC3}" destId="{1FD0D243-E50D-4CB0-B595-4D7D69889668}" srcOrd="3" destOrd="0" presId="urn:microsoft.com/office/officeart/2009/3/layout/SubStepProcess"/>
    <dgm:cxn modelId="{81CB9913-4AA9-4935-8790-1F6F15D842A3}" type="presParOf" srcId="{1FD0D243-E50D-4CB0-B595-4D7D69889668}" destId="{D138053C-FB6B-4735-9844-219B2FD8AA03}" srcOrd="0" destOrd="0" presId="urn:microsoft.com/office/officeart/2009/3/layout/SubStepProcess"/>
    <dgm:cxn modelId="{E91F168F-A015-40C8-850A-9B8BA4F30772}" type="presParOf" srcId="{1FD0D243-E50D-4CB0-B595-4D7D69889668}" destId="{E296884F-410C-40F7-847E-69E392034C3A}" srcOrd="1" destOrd="0" presId="urn:microsoft.com/office/officeart/2009/3/layout/SubStepProcess"/>
    <dgm:cxn modelId="{CDB7E574-ACC9-42E5-9AD7-794A64322864}" type="presParOf" srcId="{1FD0D243-E50D-4CB0-B595-4D7D69889668}" destId="{969F129D-93A7-47E9-8FF9-3C70C9A8E0F5}" srcOrd="2" destOrd="0" presId="urn:microsoft.com/office/officeart/2009/3/layout/SubStepProcess"/>
    <dgm:cxn modelId="{3909007E-1D6A-4550-A776-D3F95E650FA5}" type="presParOf" srcId="{1FD0D243-E50D-4CB0-B595-4D7D69889668}" destId="{7482EB2B-2945-4CF6-8306-9EDAE8688ACA}" srcOrd="3" destOrd="0" presId="urn:microsoft.com/office/officeart/2009/3/layout/SubStepProcess"/>
    <dgm:cxn modelId="{0D3018B8-52EB-48AC-BBDE-BBA427AF464C}" type="presParOf" srcId="{DA3DED85-0DC9-4FCF-A41B-E5AEBD889DC3}" destId="{0E1C6BFC-5E51-4FBE-8F73-6E275409AFD2}" srcOrd="4" destOrd="0" presId="urn:microsoft.com/office/officeart/2009/3/layout/SubStepProcess"/>
    <dgm:cxn modelId="{46E4A14C-2F27-4A92-89E7-6B96F5B6BC57}" type="presParOf" srcId="{DA3DED85-0DC9-4FCF-A41B-E5AEBD889DC3}" destId="{66D3F010-BFD8-4B28-BDDD-977B297FDCB0}" srcOrd="5" destOrd="0" presId="urn:microsoft.com/office/officeart/2009/3/layout/SubStepProcess"/>
    <dgm:cxn modelId="{C2479753-E6E1-4B40-93B7-A7B34F4C8D74}" type="presParOf" srcId="{66D3F010-BFD8-4B28-BDDD-977B297FDCB0}" destId="{C2BD3106-1C10-46C9-A923-0C77B5704167}" srcOrd="0" destOrd="0" presId="urn:microsoft.com/office/officeart/2009/3/layout/SubStepProcess"/>
    <dgm:cxn modelId="{8A8493D4-A102-4462-8F4E-CD7FA5AFEB77}" type="presParOf" srcId="{66D3F010-BFD8-4B28-BDDD-977B297FDCB0}" destId="{FB9E3ECE-A46C-479D-BC88-CFF9B6191B8E}" srcOrd="1" destOrd="0" presId="urn:microsoft.com/office/officeart/2009/3/layout/SubStepProcess"/>
    <dgm:cxn modelId="{554DE3EE-3E1F-46A1-B9E8-7EB8E2002922}" type="presParOf" srcId="{66D3F010-BFD8-4B28-BDDD-977B297FDCB0}" destId="{D6843F3F-9CD5-4064-A430-A63B17E8BF36}" srcOrd="2" destOrd="0" presId="urn:microsoft.com/office/officeart/2009/3/layout/SubStepProcess"/>
    <dgm:cxn modelId="{6B1D0450-A538-4C2B-B2C9-BF9BD7F247DF}" type="presParOf" srcId="{66D3F010-BFD8-4B28-BDDD-977B297FDCB0}" destId="{5EBC5C5D-B35A-4138-80ED-8BC507B05037}" srcOrd="3" destOrd="0" presId="urn:microsoft.com/office/officeart/2009/3/layout/SubStepProcess"/>
  </dgm:cxnLst>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A39AF6-99E2-4886-9226-A54118650A33}" type="doc">
      <dgm:prSet loTypeId="urn:microsoft.com/office/officeart/2009/3/layout/SubStepProcess" loCatId="process" qsTypeId="urn:microsoft.com/office/officeart/2005/8/quickstyle/simple1" qsCatId="simple" csTypeId="urn:microsoft.com/office/officeart/2005/8/colors/accent2_4" csCatId="accent2" phldr="1"/>
      <dgm:spPr/>
      <dgm:t>
        <a:bodyPr/>
        <a:lstStyle/>
        <a:p>
          <a:endParaRPr lang="en-US"/>
        </a:p>
      </dgm:t>
    </dgm:pt>
    <dgm:pt modelId="{2084E2F8-C49C-476B-88A6-D26A68007327}">
      <dgm:prSet phldrT="[Text]" custT="1"/>
      <dgm:spPr>
        <a:blipFill rotWithShape="0">
          <a:blip xmlns:r="http://schemas.openxmlformats.org/officeDocument/2006/relationships" r:embed="rId1"/>
          <a:stretch>
            <a:fillRect/>
          </a:stretch>
        </a:blipFill>
      </dgm:spPr>
      <dgm:t>
        <a:bodyPr/>
        <a:lstStyle/>
        <a:p>
          <a:pPr>
            <a:lnSpc>
              <a:spcPct val="100000"/>
            </a:lnSpc>
          </a:pPr>
          <a:endParaRPr lang="en-US" sz="1400" b="0" dirty="0">
            <a:solidFill>
              <a:schemeClr val="bg1"/>
            </a:solidFill>
          </a:endParaRPr>
        </a:p>
      </dgm:t>
    </dgm:pt>
    <dgm:pt modelId="{2C513197-D15D-4614-8D7D-E15719FE3CF5}" type="parTrans" cxnId="{7704EA40-1501-40A4-A97A-AADE4A15EFCD}">
      <dgm:prSet/>
      <dgm:spPr/>
      <dgm:t>
        <a:bodyPr/>
        <a:lstStyle/>
        <a:p>
          <a:endParaRPr lang="en-US"/>
        </a:p>
      </dgm:t>
    </dgm:pt>
    <dgm:pt modelId="{67FBA762-1F53-48D7-AD9A-1B4838C12727}" type="sibTrans" cxnId="{7704EA40-1501-40A4-A97A-AADE4A15EFCD}">
      <dgm:prSet/>
      <dgm:spPr/>
      <dgm:t>
        <a:bodyPr/>
        <a:lstStyle/>
        <a:p>
          <a:endParaRPr lang="en-US"/>
        </a:p>
      </dgm:t>
    </dgm:pt>
    <dgm:pt modelId="{794628AA-A6E5-421E-AE3D-0DF4676BB817}">
      <dgm:prSet phldrT="[Text]" custT="1"/>
      <dgm:spPr/>
      <dgm:t>
        <a:bodyPr/>
        <a:lstStyle/>
        <a:p>
          <a:pPr algn="l"/>
          <a:r>
            <a:rPr lang="en-US" sz="1400" b="0" dirty="0" smtClean="0">
              <a:solidFill>
                <a:schemeClr val="accent1">
                  <a:lumMod val="75000"/>
                </a:schemeClr>
              </a:solidFill>
            </a:rPr>
            <a:t>Infrastructure-as-a-Service</a:t>
          </a:r>
          <a:endParaRPr lang="en-US" sz="1400" b="0" dirty="0">
            <a:solidFill>
              <a:schemeClr val="accent1">
                <a:lumMod val="75000"/>
              </a:schemeClr>
            </a:solidFill>
            <a:latin typeface="Comic Sans MS" panose="030F0702030302020204" pitchFamily="66" charset="0"/>
          </a:endParaRPr>
        </a:p>
      </dgm:t>
    </dgm:pt>
    <dgm:pt modelId="{1963B788-1832-4FDB-830D-0F4F55956869}" type="parTrans" cxnId="{5CD7AC2B-D5C4-4F48-AE4A-D2F349A699D2}">
      <dgm:prSet/>
      <dgm:spPr/>
      <dgm:t>
        <a:bodyPr/>
        <a:lstStyle/>
        <a:p>
          <a:endParaRPr lang="en-US"/>
        </a:p>
      </dgm:t>
    </dgm:pt>
    <dgm:pt modelId="{C85771D6-7507-4538-B106-2B53D37AE929}" type="sibTrans" cxnId="{5CD7AC2B-D5C4-4F48-AE4A-D2F349A699D2}">
      <dgm:prSet/>
      <dgm:spPr/>
      <dgm:t>
        <a:bodyPr/>
        <a:lstStyle/>
        <a:p>
          <a:endParaRPr lang="en-US"/>
        </a:p>
      </dgm:t>
    </dgm:pt>
    <dgm:pt modelId="{0E61A303-CAE9-4049-A05E-FC7788BF2CF4}">
      <dgm:prSet phldrT="[Text]" custT="1"/>
      <dgm:spPr/>
      <dgm:t>
        <a:bodyPr/>
        <a:lstStyle/>
        <a:p>
          <a:pPr algn="l"/>
          <a:r>
            <a:rPr lang="en-US" sz="1400" b="0" dirty="0" smtClean="0">
              <a:solidFill>
                <a:schemeClr val="accent1">
                  <a:lumMod val="75000"/>
                </a:schemeClr>
              </a:solidFill>
            </a:rPr>
            <a:t>Platform-as-a-Service</a:t>
          </a:r>
          <a:endParaRPr lang="en-US" sz="1400" b="0" dirty="0">
            <a:solidFill>
              <a:schemeClr val="accent1">
                <a:lumMod val="75000"/>
              </a:schemeClr>
            </a:solidFill>
            <a:latin typeface="Comic Sans MS" panose="030F0702030302020204" pitchFamily="66" charset="0"/>
          </a:endParaRPr>
        </a:p>
      </dgm:t>
    </dgm:pt>
    <dgm:pt modelId="{1D55AA2F-4A06-42DD-85FA-68AFD0B9342F}" type="parTrans" cxnId="{F04D9645-5DE8-4B85-A178-A934DB3CC84D}">
      <dgm:prSet/>
      <dgm:spPr/>
      <dgm:t>
        <a:bodyPr/>
        <a:lstStyle/>
        <a:p>
          <a:endParaRPr lang="en-US"/>
        </a:p>
      </dgm:t>
    </dgm:pt>
    <dgm:pt modelId="{7D0EB6E7-AFDF-4C8C-A015-E4F49A4309D2}" type="sibTrans" cxnId="{F04D9645-5DE8-4B85-A178-A934DB3CC84D}">
      <dgm:prSet/>
      <dgm:spPr/>
      <dgm:t>
        <a:bodyPr/>
        <a:lstStyle/>
        <a:p>
          <a:endParaRPr lang="en-US"/>
        </a:p>
      </dgm:t>
    </dgm:pt>
    <dgm:pt modelId="{A5190CBC-146B-4D46-BBD2-37EA1A033ED4}">
      <dgm:prSet phldrT="[Text]" custT="1"/>
      <dgm:spPr/>
      <dgm:t>
        <a:bodyPr/>
        <a:lstStyle/>
        <a:p>
          <a:pPr algn="l"/>
          <a:r>
            <a:rPr lang="en-US" sz="1400" b="0" dirty="0" smtClean="0">
              <a:solidFill>
                <a:schemeClr val="accent1">
                  <a:lumMod val="75000"/>
                </a:schemeClr>
              </a:solidFill>
            </a:rPr>
            <a:t>Software-as-a-Service</a:t>
          </a:r>
          <a:endParaRPr lang="en-US" sz="1400" b="0" dirty="0">
            <a:solidFill>
              <a:schemeClr val="accent1">
                <a:lumMod val="75000"/>
              </a:schemeClr>
            </a:solidFill>
            <a:latin typeface="Comic Sans MS" panose="030F0702030302020204" pitchFamily="66" charset="0"/>
          </a:endParaRPr>
        </a:p>
      </dgm:t>
    </dgm:pt>
    <dgm:pt modelId="{DC1EAFC7-D489-4C13-93FF-ADD00992C8CA}" type="parTrans" cxnId="{87D2D982-6D83-4CCF-A3FC-E18334F1635B}">
      <dgm:prSet/>
      <dgm:spPr/>
      <dgm:t>
        <a:bodyPr/>
        <a:lstStyle/>
        <a:p>
          <a:endParaRPr lang="en-US"/>
        </a:p>
      </dgm:t>
    </dgm:pt>
    <dgm:pt modelId="{30B18089-0BE1-46A5-BB9A-EA184AAC9780}" type="sibTrans" cxnId="{87D2D982-6D83-4CCF-A3FC-E18334F1635B}">
      <dgm:prSet/>
      <dgm:spPr/>
      <dgm:t>
        <a:bodyPr/>
        <a:lstStyle/>
        <a:p>
          <a:endParaRPr lang="en-US"/>
        </a:p>
      </dgm:t>
    </dgm:pt>
    <dgm:pt modelId="{3EA0CC4B-E14E-4680-B8AB-095976638246}" type="pres">
      <dgm:prSet presAssocID="{CBA39AF6-99E2-4886-9226-A54118650A33}" presName="Name0" presStyleCnt="0">
        <dgm:presLayoutVars>
          <dgm:chMax val="7"/>
          <dgm:dir/>
          <dgm:animOne val="branch"/>
        </dgm:presLayoutVars>
      </dgm:prSet>
      <dgm:spPr/>
      <dgm:t>
        <a:bodyPr/>
        <a:lstStyle/>
        <a:p>
          <a:endParaRPr lang="en-US"/>
        </a:p>
      </dgm:t>
    </dgm:pt>
    <dgm:pt modelId="{3B6637E3-0B5B-407B-8241-D8F66FBEA030}" type="pres">
      <dgm:prSet presAssocID="{2084E2F8-C49C-476B-88A6-D26A68007327}" presName="parTx1" presStyleLbl="node1" presStyleIdx="0" presStyleCnt="1" custLinFactNeighborX="39524"/>
      <dgm:spPr/>
      <dgm:t>
        <a:bodyPr/>
        <a:lstStyle/>
        <a:p>
          <a:endParaRPr lang="en-US"/>
        </a:p>
      </dgm:t>
    </dgm:pt>
    <dgm:pt modelId="{EE4C7CEC-9CC4-4518-99F1-E8B5FCD3F031}" type="pres">
      <dgm:prSet presAssocID="{2084E2F8-C49C-476B-88A6-D26A68007327}" presName="spPre1" presStyleCnt="0"/>
      <dgm:spPr/>
    </dgm:pt>
    <dgm:pt modelId="{DA3DED85-0DC9-4FCF-A41B-E5AEBD889DC3}" type="pres">
      <dgm:prSet presAssocID="{2084E2F8-C49C-476B-88A6-D26A68007327}" presName="chLin1" presStyleCnt="0"/>
      <dgm:spPr/>
    </dgm:pt>
    <dgm:pt modelId="{C91A442C-08A9-4D77-B977-0F0DBDE0F0F0}" type="pres">
      <dgm:prSet presAssocID="{1963B788-1832-4FDB-830D-0F4F55956869}" presName="Name11" presStyleLbl="parChTrans1D1" presStyleIdx="0" presStyleCnt="6"/>
      <dgm:spPr>
        <a:ln w="3175">
          <a:solidFill>
            <a:schemeClr val="accent1">
              <a:lumMod val="75000"/>
            </a:schemeClr>
          </a:solidFill>
        </a:ln>
      </dgm:spPr>
      <dgm:t>
        <a:bodyPr/>
        <a:lstStyle/>
        <a:p>
          <a:endParaRPr lang="en-US"/>
        </a:p>
      </dgm:t>
    </dgm:pt>
    <dgm:pt modelId="{8EF3C8A4-F96C-4D6C-BC9F-FDFCBA13C974}" type="pres">
      <dgm:prSet presAssocID="{794628AA-A6E5-421E-AE3D-0DF4676BB817}" presName="txAndLines1" presStyleCnt="0"/>
      <dgm:spPr/>
    </dgm:pt>
    <dgm:pt modelId="{858C4821-E8F5-46DE-BC90-6B826526813E}" type="pres">
      <dgm:prSet presAssocID="{794628AA-A6E5-421E-AE3D-0DF4676BB817}" presName="anchor1" presStyleCnt="0"/>
      <dgm:spPr/>
    </dgm:pt>
    <dgm:pt modelId="{CF7CCB7A-B52C-4F96-8655-94C7BCC49328}" type="pres">
      <dgm:prSet presAssocID="{794628AA-A6E5-421E-AE3D-0DF4676BB817}" presName="backup1" presStyleCnt="0"/>
      <dgm:spPr/>
    </dgm:pt>
    <dgm:pt modelId="{01AC333D-4B80-433D-A3D7-F6E083679F31}" type="pres">
      <dgm:prSet presAssocID="{794628AA-A6E5-421E-AE3D-0DF4676BB817}" presName="preLine1" presStyleLbl="parChTrans1D1" presStyleIdx="1" presStyleCnt="6"/>
      <dgm:spPr>
        <a:ln w="3175">
          <a:solidFill>
            <a:schemeClr val="accent1">
              <a:lumMod val="75000"/>
            </a:schemeClr>
          </a:solidFill>
        </a:ln>
      </dgm:spPr>
      <dgm:t>
        <a:bodyPr/>
        <a:lstStyle/>
        <a:p>
          <a:endParaRPr lang="en-US"/>
        </a:p>
      </dgm:t>
    </dgm:pt>
    <dgm:pt modelId="{096C3044-5276-45A6-96FD-11860AECAFCE}" type="pres">
      <dgm:prSet presAssocID="{794628AA-A6E5-421E-AE3D-0DF4676BB817}" presName="desTx1" presStyleLbl="revTx" presStyleIdx="0" presStyleCnt="0">
        <dgm:presLayoutVars>
          <dgm:bulletEnabled val="1"/>
        </dgm:presLayoutVars>
      </dgm:prSet>
      <dgm:spPr/>
      <dgm:t>
        <a:bodyPr/>
        <a:lstStyle/>
        <a:p>
          <a:endParaRPr lang="en-US"/>
        </a:p>
      </dgm:t>
    </dgm:pt>
    <dgm:pt modelId="{A562FF7E-BF49-431A-A02F-6AA0945E008B}" type="pres">
      <dgm:prSet presAssocID="{1D55AA2F-4A06-42DD-85FA-68AFD0B9342F}" presName="Name11" presStyleLbl="parChTrans1D1" presStyleIdx="2" presStyleCnt="6"/>
      <dgm:spPr>
        <a:ln w="3175">
          <a:solidFill>
            <a:schemeClr val="accent1">
              <a:lumMod val="75000"/>
            </a:schemeClr>
          </a:solidFill>
        </a:ln>
      </dgm:spPr>
      <dgm:t>
        <a:bodyPr/>
        <a:lstStyle/>
        <a:p>
          <a:endParaRPr lang="en-US"/>
        </a:p>
      </dgm:t>
    </dgm:pt>
    <dgm:pt modelId="{1FD0D243-E50D-4CB0-B595-4D7D69889668}" type="pres">
      <dgm:prSet presAssocID="{0E61A303-CAE9-4049-A05E-FC7788BF2CF4}" presName="txAndLines1" presStyleCnt="0"/>
      <dgm:spPr/>
    </dgm:pt>
    <dgm:pt modelId="{D138053C-FB6B-4735-9844-219B2FD8AA03}" type="pres">
      <dgm:prSet presAssocID="{0E61A303-CAE9-4049-A05E-FC7788BF2CF4}" presName="anchor1" presStyleCnt="0"/>
      <dgm:spPr/>
    </dgm:pt>
    <dgm:pt modelId="{E296884F-410C-40F7-847E-69E392034C3A}" type="pres">
      <dgm:prSet presAssocID="{0E61A303-CAE9-4049-A05E-FC7788BF2CF4}" presName="backup1" presStyleCnt="0"/>
      <dgm:spPr/>
    </dgm:pt>
    <dgm:pt modelId="{969F129D-93A7-47E9-8FF9-3C70C9A8E0F5}" type="pres">
      <dgm:prSet presAssocID="{0E61A303-CAE9-4049-A05E-FC7788BF2CF4}" presName="preLine1" presStyleLbl="parChTrans1D1" presStyleIdx="3" presStyleCnt="6"/>
      <dgm:spPr>
        <a:ln w="3175">
          <a:solidFill>
            <a:schemeClr val="accent1">
              <a:lumMod val="75000"/>
            </a:schemeClr>
          </a:solidFill>
        </a:ln>
      </dgm:spPr>
      <dgm:t>
        <a:bodyPr/>
        <a:lstStyle/>
        <a:p>
          <a:endParaRPr lang="en-US"/>
        </a:p>
      </dgm:t>
    </dgm:pt>
    <dgm:pt modelId="{7482EB2B-2945-4CF6-8306-9EDAE8688ACA}" type="pres">
      <dgm:prSet presAssocID="{0E61A303-CAE9-4049-A05E-FC7788BF2CF4}" presName="desTx1" presStyleLbl="revTx" presStyleIdx="0" presStyleCnt="0">
        <dgm:presLayoutVars>
          <dgm:bulletEnabled val="1"/>
        </dgm:presLayoutVars>
      </dgm:prSet>
      <dgm:spPr/>
      <dgm:t>
        <a:bodyPr/>
        <a:lstStyle/>
        <a:p>
          <a:endParaRPr lang="en-US"/>
        </a:p>
      </dgm:t>
    </dgm:pt>
    <dgm:pt modelId="{0E1C6BFC-5E51-4FBE-8F73-6E275409AFD2}" type="pres">
      <dgm:prSet presAssocID="{DC1EAFC7-D489-4C13-93FF-ADD00992C8CA}" presName="Name11" presStyleLbl="parChTrans1D1" presStyleIdx="4" presStyleCnt="6"/>
      <dgm:spPr>
        <a:ln w="3175">
          <a:solidFill>
            <a:schemeClr val="accent1">
              <a:lumMod val="75000"/>
            </a:schemeClr>
          </a:solidFill>
        </a:ln>
      </dgm:spPr>
      <dgm:t>
        <a:bodyPr/>
        <a:lstStyle/>
        <a:p>
          <a:endParaRPr lang="en-US"/>
        </a:p>
      </dgm:t>
    </dgm:pt>
    <dgm:pt modelId="{66D3F010-BFD8-4B28-BDDD-977B297FDCB0}" type="pres">
      <dgm:prSet presAssocID="{A5190CBC-146B-4D46-BBD2-37EA1A033ED4}" presName="txAndLines1" presStyleCnt="0"/>
      <dgm:spPr/>
    </dgm:pt>
    <dgm:pt modelId="{C2BD3106-1C10-46C9-A923-0C77B5704167}" type="pres">
      <dgm:prSet presAssocID="{A5190CBC-146B-4D46-BBD2-37EA1A033ED4}" presName="anchor1" presStyleCnt="0"/>
      <dgm:spPr/>
    </dgm:pt>
    <dgm:pt modelId="{FB9E3ECE-A46C-479D-BC88-CFF9B6191B8E}" type="pres">
      <dgm:prSet presAssocID="{A5190CBC-146B-4D46-BBD2-37EA1A033ED4}" presName="backup1" presStyleCnt="0"/>
      <dgm:spPr/>
    </dgm:pt>
    <dgm:pt modelId="{D6843F3F-9CD5-4064-A430-A63B17E8BF36}" type="pres">
      <dgm:prSet presAssocID="{A5190CBC-146B-4D46-BBD2-37EA1A033ED4}" presName="preLine1" presStyleLbl="parChTrans1D1" presStyleIdx="5" presStyleCnt="6"/>
      <dgm:spPr>
        <a:ln w="3175">
          <a:solidFill>
            <a:schemeClr val="accent1">
              <a:lumMod val="75000"/>
            </a:schemeClr>
          </a:solidFill>
        </a:ln>
      </dgm:spPr>
      <dgm:t>
        <a:bodyPr/>
        <a:lstStyle/>
        <a:p>
          <a:endParaRPr lang="en-US"/>
        </a:p>
      </dgm:t>
    </dgm:pt>
    <dgm:pt modelId="{5EBC5C5D-B35A-4138-80ED-8BC507B05037}" type="pres">
      <dgm:prSet presAssocID="{A5190CBC-146B-4D46-BBD2-37EA1A033ED4}" presName="desTx1" presStyleLbl="revTx" presStyleIdx="0" presStyleCnt="0">
        <dgm:presLayoutVars>
          <dgm:bulletEnabled val="1"/>
        </dgm:presLayoutVars>
      </dgm:prSet>
      <dgm:spPr/>
      <dgm:t>
        <a:bodyPr/>
        <a:lstStyle/>
        <a:p>
          <a:endParaRPr lang="en-US"/>
        </a:p>
      </dgm:t>
    </dgm:pt>
  </dgm:ptLst>
  <dgm:cxnLst>
    <dgm:cxn modelId="{70349B25-29CD-48AC-940A-3B4261F3120C}" type="presOf" srcId="{2084E2F8-C49C-476B-88A6-D26A68007327}" destId="{3B6637E3-0B5B-407B-8241-D8F66FBEA030}" srcOrd="0" destOrd="0" presId="urn:microsoft.com/office/officeart/2009/3/layout/SubStepProcess"/>
    <dgm:cxn modelId="{F04D9645-5DE8-4B85-A178-A934DB3CC84D}" srcId="{2084E2F8-C49C-476B-88A6-D26A68007327}" destId="{0E61A303-CAE9-4049-A05E-FC7788BF2CF4}" srcOrd="1" destOrd="0" parTransId="{1D55AA2F-4A06-42DD-85FA-68AFD0B9342F}" sibTransId="{7D0EB6E7-AFDF-4C8C-A015-E4F49A4309D2}"/>
    <dgm:cxn modelId="{7B53D312-BF72-4763-93F2-ECF7B05D462E}" type="presOf" srcId="{0E61A303-CAE9-4049-A05E-FC7788BF2CF4}" destId="{7482EB2B-2945-4CF6-8306-9EDAE8688ACA}" srcOrd="0" destOrd="0" presId="urn:microsoft.com/office/officeart/2009/3/layout/SubStepProcess"/>
    <dgm:cxn modelId="{9423FE67-A133-4761-9A98-7912D0B6B3E9}" type="presOf" srcId="{794628AA-A6E5-421E-AE3D-0DF4676BB817}" destId="{096C3044-5276-45A6-96FD-11860AECAFCE}" srcOrd="0" destOrd="0" presId="urn:microsoft.com/office/officeart/2009/3/layout/SubStepProcess"/>
    <dgm:cxn modelId="{87D2D982-6D83-4CCF-A3FC-E18334F1635B}" srcId="{2084E2F8-C49C-476B-88A6-D26A68007327}" destId="{A5190CBC-146B-4D46-BBD2-37EA1A033ED4}" srcOrd="2" destOrd="0" parTransId="{DC1EAFC7-D489-4C13-93FF-ADD00992C8CA}" sibTransId="{30B18089-0BE1-46A5-BB9A-EA184AAC9780}"/>
    <dgm:cxn modelId="{5CD7AC2B-D5C4-4F48-AE4A-D2F349A699D2}" srcId="{2084E2F8-C49C-476B-88A6-D26A68007327}" destId="{794628AA-A6E5-421E-AE3D-0DF4676BB817}" srcOrd="0" destOrd="0" parTransId="{1963B788-1832-4FDB-830D-0F4F55956869}" sibTransId="{C85771D6-7507-4538-B106-2B53D37AE929}"/>
    <dgm:cxn modelId="{7704EA40-1501-40A4-A97A-AADE4A15EFCD}" srcId="{CBA39AF6-99E2-4886-9226-A54118650A33}" destId="{2084E2F8-C49C-476B-88A6-D26A68007327}" srcOrd="0" destOrd="0" parTransId="{2C513197-D15D-4614-8D7D-E15719FE3CF5}" sibTransId="{67FBA762-1F53-48D7-AD9A-1B4838C12727}"/>
    <dgm:cxn modelId="{EEF7C0F4-F9C7-460C-8964-971E6A7A04EA}" type="presOf" srcId="{CBA39AF6-99E2-4886-9226-A54118650A33}" destId="{3EA0CC4B-E14E-4680-B8AB-095976638246}" srcOrd="0" destOrd="0" presId="urn:microsoft.com/office/officeart/2009/3/layout/SubStepProcess"/>
    <dgm:cxn modelId="{7FDA7196-79B1-41F5-BD74-A4AB56087615}" type="presOf" srcId="{A5190CBC-146B-4D46-BBD2-37EA1A033ED4}" destId="{5EBC5C5D-B35A-4138-80ED-8BC507B05037}" srcOrd="0" destOrd="0" presId="urn:microsoft.com/office/officeart/2009/3/layout/SubStepProcess"/>
    <dgm:cxn modelId="{5249AE59-A9D9-4500-A377-70D56688B10C}" type="presParOf" srcId="{3EA0CC4B-E14E-4680-B8AB-095976638246}" destId="{3B6637E3-0B5B-407B-8241-D8F66FBEA030}" srcOrd="0" destOrd="0" presId="urn:microsoft.com/office/officeart/2009/3/layout/SubStepProcess"/>
    <dgm:cxn modelId="{12F9E135-A562-4672-B55E-230A9B5CDB6A}" type="presParOf" srcId="{3EA0CC4B-E14E-4680-B8AB-095976638246}" destId="{EE4C7CEC-9CC4-4518-99F1-E8B5FCD3F031}" srcOrd="1" destOrd="0" presId="urn:microsoft.com/office/officeart/2009/3/layout/SubStepProcess"/>
    <dgm:cxn modelId="{DAC54F67-C336-4F50-948B-73AC4725DA04}" type="presParOf" srcId="{3EA0CC4B-E14E-4680-B8AB-095976638246}" destId="{DA3DED85-0DC9-4FCF-A41B-E5AEBD889DC3}" srcOrd="2" destOrd="0" presId="urn:microsoft.com/office/officeart/2009/3/layout/SubStepProcess"/>
    <dgm:cxn modelId="{6598C3DE-7376-4E38-953F-0F095F0B26DA}" type="presParOf" srcId="{DA3DED85-0DC9-4FCF-A41B-E5AEBD889DC3}" destId="{C91A442C-08A9-4D77-B977-0F0DBDE0F0F0}" srcOrd="0" destOrd="0" presId="urn:microsoft.com/office/officeart/2009/3/layout/SubStepProcess"/>
    <dgm:cxn modelId="{F4824FAA-F4C5-4968-8ED3-D9171348BCDE}" type="presParOf" srcId="{DA3DED85-0DC9-4FCF-A41B-E5AEBD889DC3}" destId="{8EF3C8A4-F96C-4D6C-BC9F-FDFCBA13C974}" srcOrd="1" destOrd="0" presId="urn:microsoft.com/office/officeart/2009/3/layout/SubStepProcess"/>
    <dgm:cxn modelId="{900E8579-4605-4773-826C-9F3A8632A394}" type="presParOf" srcId="{8EF3C8A4-F96C-4D6C-BC9F-FDFCBA13C974}" destId="{858C4821-E8F5-46DE-BC90-6B826526813E}" srcOrd="0" destOrd="0" presId="urn:microsoft.com/office/officeart/2009/3/layout/SubStepProcess"/>
    <dgm:cxn modelId="{AD03D221-6820-4A29-8468-E1DAAA264720}" type="presParOf" srcId="{8EF3C8A4-F96C-4D6C-BC9F-FDFCBA13C974}" destId="{CF7CCB7A-B52C-4F96-8655-94C7BCC49328}" srcOrd="1" destOrd="0" presId="urn:microsoft.com/office/officeart/2009/3/layout/SubStepProcess"/>
    <dgm:cxn modelId="{74AE9BC5-65EC-4A07-8079-AEE7C3A88963}" type="presParOf" srcId="{8EF3C8A4-F96C-4D6C-BC9F-FDFCBA13C974}" destId="{01AC333D-4B80-433D-A3D7-F6E083679F31}" srcOrd="2" destOrd="0" presId="urn:microsoft.com/office/officeart/2009/3/layout/SubStepProcess"/>
    <dgm:cxn modelId="{921A9DFB-BFE4-4EAD-83D4-1E50DA78E1E6}" type="presParOf" srcId="{8EF3C8A4-F96C-4D6C-BC9F-FDFCBA13C974}" destId="{096C3044-5276-45A6-96FD-11860AECAFCE}" srcOrd="3" destOrd="0" presId="urn:microsoft.com/office/officeart/2009/3/layout/SubStepProcess"/>
    <dgm:cxn modelId="{B44E7ACD-EA78-48C7-BEE5-F69DB074AD0E}" type="presParOf" srcId="{DA3DED85-0DC9-4FCF-A41B-E5AEBD889DC3}" destId="{A562FF7E-BF49-431A-A02F-6AA0945E008B}" srcOrd="2" destOrd="0" presId="urn:microsoft.com/office/officeart/2009/3/layout/SubStepProcess"/>
    <dgm:cxn modelId="{9AB70BBF-3ED7-4170-8570-B97A6D8D504A}" type="presParOf" srcId="{DA3DED85-0DC9-4FCF-A41B-E5AEBD889DC3}" destId="{1FD0D243-E50D-4CB0-B595-4D7D69889668}" srcOrd="3" destOrd="0" presId="urn:microsoft.com/office/officeart/2009/3/layout/SubStepProcess"/>
    <dgm:cxn modelId="{81CB9913-4AA9-4935-8790-1F6F15D842A3}" type="presParOf" srcId="{1FD0D243-E50D-4CB0-B595-4D7D69889668}" destId="{D138053C-FB6B-4735-9844-219B2FD8AA03}" srcOrd="0" destOrd="0" presId="urn:microsoft.com/office/officeart/2009/3/layout/SubStepProcess"/>
    <dgm:cxn modelId="{E91F168F-A015-40C8-850A-9B8BA4F30772}" type="presParOf" srcId="{1FD0D243-E50D-4CB0-B595-4D7D69889668}" destId="{E296884F-410C-40F7-847E-69E392034C3A}" srcOrd="1" destOrd="0" presId="urn:microsoft.com/office/officeart/2009/3/layout/SubStepProcess"/>
    <dgm:cxn modelId="{CDB7E574-ACC9-42E5-9AD7-794A64322864}" type="presParOf" srcId="{1FD0D243-E50D-4CB0-B595-4D7D69889668}" destId="{969F129D-93A7-47E9-8FF9-3C70C9A8E0F5}" srcOrd="2" destOrd="0" presId="urn:microsoft.com/office/officeart/2009/3/layout/SubStepProcess"/>
    <dgm:cxn modelId="{3909007E-1D6A-4550-A776-D3F95E650FA5}" type="presParOf" srcId="{1FD0D243-E50D-4CB0-B595-4D7D69889668}" destId="{7482EB2B-2945-4CF6-8306-9EDAE8688ACA}" srcOrd="3" destOrd="0" presId="urn:microsoft.com/office/officeart/2009/3/layout/SubStepProcess"/>
    <dgm:cxn modelId="{0D3018B8-52EB-48AC-BBDE-BBA427AF464C}" type="presParOf" srcId="{DA3DED85-0DC9-4FCF-A41B-E5AEBD889DC3}" destId="{0E1C6BFC-5E51-4FBE-8F73-6E275409AFD2}" srcOrd="4" destOrd="0" presId="urn:microsoft.com/office/officeart/2009/3/layout/SubStepProcess"/>
    <dgm:cxn modelId="{46E4A14C-2F27-4A92-89E7-6B96F5B6BC57}" type="presParOf" srcId="{DA3DED85-0DC9-4FCF-A41B-E5AEBD889DC3}" destId="{66D3F010-BFD8-4B28-BDDD-977B297FDCB0}" srcOrd="5" destOrd="0" presId="urn:microsoft.com/office/officeart/2009/3/layout/SubStepProcess"/>
    <dgm:cxn modelId="{C2479753-E6E1-4B40-93B7-A7B34F4C8D74}" type="presParOf" srcId="{66D3F010-BFD8-4B28-BDDD-977B297FDCB0}" destId="{C2BD3106-1C10-46C9-A923-0C77B5704167}" srcOrd="0" destOrd="0" presId="urn:microsoft.com/office/officeart/2009/3/layout/SubStepProcess"/>
    <dgm:cxn modelId="{8A8493D4-A102-4462-8F4E-CD7FA5AFEB77}" type="presParOf" srcId="{66D3F010-BFD8-4B28-BDDD-977B297FDCB0}" destId="{FB9E3ECE-A46C-479D-BC88-CFF9B6191B8E}" srcOrd="1" destOrd="0" presId="urn:microsoft.com/office/officeart/2009/3/layout/SubStepProcess"/>
    <dgm:cxn modelId="{554DE3EE-3E1F-46A1-B9E8-7EB8E2002922}" type="presParOf" srcId="{66D3F010-BFD8-4B28-BDDD-977B297FDCB0}" destId="{D6843F3F-9CD5-4064-A430-A63B17E8BF36}" srcOrd="2" destOrd="0" presId="urn:microsoft.com/office/officeart/2009/3/layout/SubStepProcess"/>
    <dgm:cxn modelId="{6B1D0450-A538-4C2B-B2C9-BF9BD7F247DF}" type="presParOf" srcId="{66D3F010-BFD8-4B28-BDDD-977B297FDCB0}" destId="{5EBC5C5D-B35A-4138-80ED-8BC507B05037}" srcOrd="3" destOrd="0" presId="urn:microsoft.com/office/officeart/2009/3/layout/SubStepProcess"/>
  </dgm:cxnLst>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CC64D-4490-44B6-B199-9140814E3DE7}">
      <dsp:nvSpPr>
        <dsp:cNvPr id="0" name=""/>
        <dsp:cNvSpPr/>
      </dsp:nvSpPr>
      <dsp:spPr>
        <a:xfrm>
          <a:off x="4036484" y="1645557"/>
          <a:ext cx="1121696" cy="957356"/>
        </a:xfrm>
        <a:prstGeom prst="ellipse">
          <a:avLst/>
        </a:prstGeom>
        <a:solidFill>
          <a:schemeClr val="bg1">
            <a:lumMod val="95000"/>
          </a:schemeClr>
        </a:solidFill>
        <a:ln>
          <a:solidFill>
            <a:srgbClr val="C0000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a:solidFill>
                <a:srgbClr val="C00000"/>
              </a:solidFill>
              <a:latin typeface="Comic Sans MS" panose="030F0702030302020204" pitchFamily="66" charset="0"/>
            </a:rPr>
            <a:t>Industry 4.0   </a:t>
          </a:r>
        </a:p>
      </dsp:txBody>
      <dsp:txXfrm>
        <a:off x="4200753" y="1785759"/>
        <a:ext cx="793158" cy="676952"/>
      </dsp:txXfrm>
    </dsp:sp>
    <dsp:sp modelId="{D7CB1331-1137-44FC-AF41-297A116B5ABB}">
      <dsp:nvSpPr>
        <dsp:cNvPr id="0" name=""/>
        <dsp:cNvSpPr/>
      </dsp:nvSpPr>
      <dsp:spPr>
        <a:xfrm rot="16200000">
          <a:off x="4261600" y="1300439"/>
          <a:ext cx="671465" cy="18770"/>
        </a:xfrm>
        <a:custGeom>
          <a:avLst/>
          <a:gdLst/>
          <a:ahLst/>
          <a:cxnLst/>
          <a:rect l="0" t="0" r="0" b="0"/>
          <a:pathLst>
            <a:path>
              <a:moveTo>
                <a:pt x="0" y="9385"/>
              </a:moveTo>
              <a:lnTo>
                <a:pt x="671465" y="9385"/>
              </a:lnTo>
            </a:path>
          </a:pathLst>
        </a:custGeom>
        <a:noFill/>
        <a:ln w="9525" cap="flat" cmpd="sng" algn="ctr">
          <a:solidFill>
            <a:srgbClr val="C0000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a:off x="4580546" y="1293038"/>
        <a:ext cx="33573" cy="33573"/>
      </dsp:txXfrm>
    </dsp:sp>
    <dsp:sp modelId="{71C5E90B-BE8F-46B2-AC57-960EEC88018B}">
      <dsp:nvSpPr>
        <dsp:cNvPr id="0" name=""/>
        <dsp:cNvSpPr/>
      </dsp:nvSpPr>
      <dsp:spPr>
        <a:xfrm>
          <a:off x="4036484" y="16734"/>
          <a:ext cx="1121696" cy="957356"/>
        </a:xfrm>
        <a:prstGeom prst="ellipse">
          <a:avLst/>
        </a:prstGeom>
        <a:solidFill>
          <a:schemeClr val="bg1">
            <a:lumMod val="95000"/>
          </a:schemeClr>
        </a:solidFill>
        <a:ln>
          <a:solidFill>
            <a:srgbClr val="C0000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smtClean="0">
              <a:solidFill>
                <a:schemeClr val="accent1">
                  <a:lumMod val="75000"/>
                </a:schemeClr>
              </a:solidFill>
              <a:latin typeface="+mn-lt"/>
            </a:rPr>
            <a:t>Machine Learning</a:t>
          </a:r>
          <a:endParaRPr lang="en-US" sz="1100" b="1" kern="1200" dirty="0">
            <a:solidFill>
              <a:schemeClr val="accent1">
                <a:lumMod val="75000"/>
              </a:schemeClr>
            </a:solidFill>
            <a:latin typeface="+mn-lt"/>
          </a:endParaRPr>
        </a:p>
      </dsp:txBody>
      <dsp:txXfrm>
        <a:off x="4200753" y="156936"/>
        <a:ext cx="793158" cy="676952"/>
      </dsp:txXfrm>
    </dsp:sp>
    <dsp:sp modelId="{71499F0B-E991-4247-AAF3-717C809E5497}">
      <dsp:nvSpPr>
        <dsp:cNvPr id="0" name=""/>
        <dsp:cNvSpPr/>
      </dsp:nvSpPr>
      <dsp:spPr>
        <a:xfrm rot="18900000">
          <a:off x="4873147" y="1537622"/>
          <a:ext cx="602829" cy="18770"/>
        </a:xfrm>
        <a:custGeom>
          <a:avLst/>
          <a:gdLst/>
          <a:ahLst/>
          <a:cxnLst/>
          <a:rect l="0" t="0" r="0" b="0"/>
          <a:pathLst>
            <a:path>
              <a:moveTo>
                <a:pt x="0" y="9385"/>
              </a:moveTo>
              <a:lnTo>
                <a:pt x="602829" y="9385"/>
              </a:lnTo>
            </a:path>
          </a:pathLst>
        </a:custGeom>
        <a:noFill/>
        <a:ln w="9525" cap="flat" cmpd="sng" algn="ctr">
          <a:solidFill>
            <a:schemeClr val="accent1">
              <a:lumMod val="60000"/>
              <a:lumOff val="4000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a:off x="5159491" y="1531936"/>
        <a:ext cx="30141" cy="30141"/>
      </dsp:txXfrm>
    </dsp:sp>
    <dsp:sp modelId="{A39E3E1C-EB6A-41CD-AC0A-111697311539}">
      <dsp:nvSpPr>
        <dsp:cNvPr id="0" name=""/>
        <dsp:cNvSpPr/>
      </dsp:nvSpPr>
      <dsp:spPr>
        <a:xfrm>
          <a:off x="5197977" y="493806"/>
          <a:ext cx="1102214" cy="957356"/>
        </a:xfrm>
        <a:prstGeom prst="ellipse">
          <a:avLst/>
        </a:prstGeom>
        <a:solidFill>
          <a:schemeClr val="bg1">
            <a:lumMod val="95000"/>
          </a:schemeClr>
        </a:solidFill>
        <a:ln>
          <a:solidFill>
            <a:schemeClr val="accent1">
              <a:lumMod val="60000"/>
              <a:lumOff val="40000"/>
            </a:schemeClr>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a:solidFill>
                <a:schemeClr val="accent1">
                  <a:lumMod val="75000"/>
                </a:schemeClr>
              </a:solidFill>
              <a:latin typeface="+mn-lt"/>
            </a:rPr>
            <a:t>IoT</a:t>
          </a:r>
        </a:p>
      </dsp:txBody>
      <dsp:txXfrm>
        <a:off x="5359393" y="634008"/>
        <a:ext cx="779382" cy="676952"/>
      </dsp:txXfrm>
    </dsp:sp>
    <dsp:sp modelId="{78B10E53-029E-41D1-8F5A-CDF4B8869FCF}">
      <dsp:nvSpPr>
        <dsp:cNvPr id="0" name=""/>
        <dsp:cNvSpPr/>
      </dsp:nvSpPr>
      <dsp:spPr>
        <a:xfrm>
          <a:off x="5158181" y="2114850"/>
          <a:ext cx="349903" cy="18770"/>
        </a:xfrm>
        <a:custGeom>
          <a:avLst/>
          <a:gdLst/>
          <a:ahLst/>
          <a:cxnLst/>
          <a:rect l="0" t="0" r="0" b="0"/>
          <a:pathLst>
            <a:path>
              <a:moveTo>
                <a:pt x="0" y="9385"/>
              </a:moveTo>
              <a:lnTo>
                <a:pt x="349903" y="9385"/>
              </a:lnTo>
            </a:path>
          </a:pathLst>
        </a:custGeom>
        <a:noFill/>
        <a:ln w="9525" cap="flat" cmpd="sng" algn="ctr">
          <a:solidFill>
            <a:srgbClr val="B40CA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a:off x="5324386" y="2115488"/>
        <a:ext cx="17495" cy="17495"/>
      </dsp:txXfrm>
    </dsp:sp>
    <dsp:sp modelId="{F0E2A986-B1E2-4BD9-A121-07E081D77262}">
      <dsp:nvSpPr>
        <dsp:cNvPr id="0" name=""/>
        <dsp:cNvSpPr/>
      </dsp:nvSpPr>
      <dsp:spPr>
        <a:xfrm>
          <a:off x="5508085" y="1645557"/>
          <a:ext cx="1436140" cy="957356"/>
        </a:xfrm>
        <a:prstGeom prst="ellipse">
          <a:avLst/>
        </a:prstGeom>
        <a:solidFill>
          <a:schemeClr val="bg1">
            <a:lumMod val="95000"/>
          </a:schemeClr>
        </a:solidFill>
        <a:ln>
          <a:solidFill>
            <a:srgbClr val="D80EC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a:solidFill>
                <a:schemeClr val="accent1">
                  <a:lumMod val="75000"/>
                </a:schemeClr>
              </a:solidFill>
              <a:latin typeface="+mn-lt"/>
            </a:rPr>
            <a:t>Additive Manufacturing</a:t>
          </a:r>
        </a:p>
      </dsp:txBody>
      <dsp:txXfrm>
        <a:off x="5718403" y="1785759"/>
        <a:ext cx="1015504" cy="676952"/>
      </dsp:txXfrm>
    </dsp:sp>
    <dsp:sp modelId="{8CA24500-EFEA-4608-9D6B-57962C1A7A1F}">
      <dsp:nvSpPr>
        <dsp:cNvPr id="0" name=""/>
        <dsp:cNvSpPr/>
      </dsp:nvSpPr>
      <dsp:spPr>
        <a:xfrm rot="2470270">
          <a:off x="4903600" y="2684938"/>
          <a:ext cx="691198" cy="18770"/>
        </a:xfrm>
        <a:custGeom>
          <a:avLst/>
          <a:gdLst/>
          <a:ahLst/>
          <a:cxnLst/>
          <a:rect l="0" t="0" r="0" b="0"/>
          <a:pathLst>
            <a:path>
              <a:moveTo>
                <a:pt x="0" y="9385"/>
              </a:moveTo>
              <a:lnTo>
                <a:pt x="691198" y="9385"/>
              </a:lnTo>
            </a:path>
          </a:pathLst>
        </a:custGeom>
        <a:noFill/>
        <a:ln w="9525" cap="flat" cmpd="sng" algn="ctr">
          <a:solidFill>
            <a:srgbClr val="00B05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a:off x="5231920" y="2677043"/>
        <a:ext cx="34559" cy="34559"/>
      </dsp:txXfrm>
    </dsp:sp>
    <dsp:sp modelId="{38020140-635E-4D95-907D-4FB31746DB61}">
      <dsp:nvSpPr>
        <dsp:cNvPr id="0" name=""/>
        <dsp:cNvSpPr/>
      </dsp:nvSpPr>
      <dsp:spPr>
        <a:xfrm>
          <a:off x="5312386" y="2797305"/>
          <a:ext cx="1203828" cy="957356"/>
        </a:xfrm>
        <a:prstGeom prst="ellipse">
          <a:avLst/>
        </a:prstGeom>
        <a:solidFill>
          <a:schemeClr val="bg1">
            <a:lumMod val="95000"/>
          </a:schemeClr>
        </a:solidFill>
        <a:ln>
          <a:solidFill>
            <a:srgbClr val="00B05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a:solidFill>
                <a:schemeClr val="accent1">
                  <a:lumMod val="75000"/>
                </a:schemeClr>
              </a:solidFill>
              <a:latin typeface="+mn-lt"/>
            </a:rPr>
            <a:t>Cloud Computing</a:t>
          </a:r>
        </a:p>
      </dsp:txBody>
      <dsp:txXfrm>
        <a:off x="5488683" y="2937507"/>
        <a:ext cx="851234" cy="676952"/>
      </dsp:txXfrm>
    </dsp:sp>
    <dsp:sp modelId="{CA9F8EDA-69B5-4D1F-89DE-400A230E067C}">
      <dsp:nvSpPr>
        <dsp:cNvPr id="0" name=""/>
        <dsp:cNvSpPr/>
      </dsp:nvSpPr>
      <dsp:spPr>
        <a:xfrm rot="5399703">
          <a:off x="4261678" y="2929253"/>
          <a:ext cx="671449" cy="18770"/>
        </a:xfrm>
        <a:custGeom>
          <a:avLst/>
          <a:gdLst/>
          <a:ahLst/>
          <a:cxnLst/>
          <a:rect l="0" t="0" r="0" b="0"/>
          <a:pathLst>
            <a:path>
              <a:moveTo>
                <a:pt x="0" y="9385"/>
              </a:moveTo>
              <a:lnTo>
                <a:pt x="671449" y="9385"/>
              </a:lnTo>
            </a:path>
          </a:pathLst>
        </a:custGeom>
        <a:noFill/>
        <a:ln w="9525" cap="flat" cmpd="sng" algn="ctr">
          <a:solidFill>
            <a:srgbClr val="C0000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a:off x="4580617" y="2921852"/>
        <a:ext cx="33572" cy="33572"/>
      </dsp:txXfrm>
    </dsp:sp>
    <dsp:sp modelId="{14D9BEE1-76FF-443C-8D88-423C05DAE0C7}">
      <dsp:nvSpPr>
        <dsp:cNvPr id="0" name=""/>
        <dsp:cNvSpPr/>
      </dsp:nvSpPr>
      <dsp:spPr>
        <a:xfrm>
          <a:off x="3995937" y="3274363"/>
          <a:ext cx="1203072" cy="957356"/>
        </a:xfrm>
        <a:prstGeom prst="ellipse">
          <a:avLst/>
        </a:prstGeom>
        <a:solidFill>
          <a:schemeClr val="bg1">
            <a:lumMod val="95000"/>
          </a:schemeClr>
        </a:solidFill>
        <a:ln>
          <a:solidFill>
            <a:srgbClr val="C0000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a:solidFill>
                <a:schemeClr val="accent1">
                  <a:lumMod val="75000"/>
                </a:schemeClr>
              </a:solidFill>
              <a:latin typeface="+mn-lt"/>
            </a:rPr>
            <a:t>Augmented Reality</a:t>
          </a:r>
        </a:p>
      </dsp:txBody>
      <dsp:txXfrm>
        <a:off x="4172123" y="3414565"/>
        <a:ext cx="850700" cy="676952"/>
      </dsp:txXfrm>
    </dsp:sp>
    <dsp:sp modelId="{989A72F9-FED7-4BDA-B4F2-8DBCF8F42F68}">
      <dsp:nvSpPr>
        <dsp:cNvPr id="0" name=""/>
        <dsp:cNvSpPr/>
      </dsp:nvSpPr>
      <dsp:spPr>
        <a:xfrm rot="8193501">
          <a:off x="3759190" y="2654747"/>
          <a:ext cx="536097" cy="18770"/>
        </a:xfrm>
        <a:custGeom>
          <a:avLst/>
          <a:gdLst/>
          <a:ahLst/>
          <a:cxnLst/>
          <a:rect l="0" t="0" r="0" b="0"/>
          <a:pathLst>
            <a:path>
              <a:moveTo>
                <a:pt x="0" y="9385"/>
              </a:moveTo>
              <a:lnTo>
                <a:pt x="536097" y="9385"/>
              </a:lnTo>
            </a:path>
          </a:pathLst>
        </a:custGeom>
        <a:noFill/>
        <a:ln w="9525" cap="flat" cmpd="sng" algn="ctr">
          <a:solidFill>
            <a:schemeClr val="accent1">
              <a:lumMod val="60000"/>
              <a:lumOff val="4000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rot="10800000">
        <a:off x="4013837" y="2650729"/>
        <a:ext cx="26804" cy="26804"/>
      </dsp:txXfrm>
    </dsp:sp>
    <dsp:sp modelId="{4FFC5439-9C46-4E69-B50B-E0FE80B822B9}">
      <dsp:nvSpPr>
        <dsp:cNvPr id="0" name=""/>
        <dsp:cNvSpPr/>
      </dsp:nvSpPr>
      <dsp:spPr>
        <a:xfrm>
          <a:off x="2843801" y="2736306"/>
          <a:ext cx="1203550" cy="957356"/>
        </a:xfrm>
        <a:prstGeom prst="ellipse">
          <a:avLst/>
        </a:prstGeom>
        <a:solidFill>
          <a:schemeClr val="bg1">
            <a:lumMod val="95000"/>
          </a:schemeClr>
        </a:solidFill>
        <a:ln>
          <a:solidFill>
            <a:srgbClr val="0070C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a:solidFill>
                <a:schemeClr val="accent1">
                  <a:lumMod val="75000"/>
                </a:schemeClr>
              </a:solidFill>
              <a:latin typeface="+mn-lt"/>
            </a:rPr>
            <a:t>Big Data</a:t>
          </a:r>
        </a:p>
      </dsp:txBody>
      <dsp:txXfrm>
        <a:off x="3020057" y="2876508"/>
        <a:ext cx="851038" cy="676952"/>
      </dsp:txXfrm>
    </dsp:sp>
    <dsp:sp modelId="{132FFF4D-6C2B-4C53-9A1D-904CB7871115}">
      <dsp:nvSpPr>
        <dsp:cNvPr id="0" name=""/>
        <dsp:cNvSpPr/>
      </dsp:nvSpPr>
      <dsp:spPr>
        <a:xfrm rot="10800000">
          <a:off x="3700735" y="2114850"/>
          <a:ext cx="335749" cy="18770"/>
        </a:xfrm>
        <a:custGeom>
          <a:avLst/>
          <a:gdLst/>
          <a:ahLst/>
          <a:cxnLst/>
          <a:rect l="0" t="0" r="0" b="0"/>
          <a:pathLst>
            <a:path>
              <a:moveTo>
                <a:pt x="0" y="9385"/>
              </a:moveTo>
              <a:lnTo>
                <a:pt x="335749" y="9385"/>
              </a:lnTo>
            </a:path>
          </a:pathLst>
        </a:custGeom>
        <a:noFill/>
        <a:ln w="9525" cap="flat" cmpd="sng" algn="ctr">
          <a:solidFill>
            <a:srgbClr val="B40CA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rot="10800000">
        <a:off x="3860216" y="2115842"/>
        <a:ext cx="16787" cy="16787"/>
      </dsp:txXfrm>
    </dsp:sp>
    <dsp:sp modelId="{7048AA0F-EA81-4B66-BB64-A2D6493565EA}">
      <dsp:nvSpPr>
        <dsp:cNvPr id="0" name=""/>
        <dsp:cNvSpPr/>
      </dsp:nvSpPr>
      <dsp:spPr>
        <a:xfrm>
          <a:off x="2236285" y="1645557"/>
          <a:ext cx="1464449" cy="957356"/>
        </a:xfrm>
        <a:prstGeom prst="ellipse">
          <a:avLst/>
        </a:prstGeom>
        <a:solidFill>
          <a:schemeClr val="bg1">
            <a:lumMod val="95000"/>
          </a:schemeClr>
        </a:solidFill>
        <a:ln>
          <a:solidFill>
            <a:srgbClr val="B40CA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a:solidFill>
                <a:schemeClr val="accent1">
                  <a:lumMod val="75000"/>
                </a:schemeClr>
              </a:solidFill>
              <a:latin typeface="+mn-lt"/>
            </a:rPr>
            <a:t>Artificial Intelligence</a:t>
          </a:r>
        </a:p>
      </dsp:txBody>
      <dsp:txXfrm>
        <a:off x="2450749" y="1785759"/>
        <a:ext cx="1035521" cy="676952"/>
      </dsp:txXfrm>
    </dsp:sp>
    <dsp:sp modelId="{FF1D0B23-6B43-4507-BC5F-C6369716BAFF}">
      <dsp:nvSpPr>
        <dsp:cNvPr id="0" name=""/>
        <dsp:cNvSpPr/>
      </dsp:nvSpPr>
      <dsp:spPr>
        <a:xfrm rot="13500000">
          <a:off x="3734654" y="1544234"/>
          <a:ext cx="584125" cy="18770"/>
        </a:xfrm>
        <a:custGeom>
          <a:avLst/>
          <a:gdLst/>
          <a:ahLst/>
          <a:cxnLst/>
          <a:rect l="0" t="0" r="0" b="0"/>
          <a:pathLst>
            <a:path>
              <a:moveTo>
                <a:pt x="0" y="9385"/>
              </a:moveTo>
              <a:lnTo>
                <a:pt x="584125" y="9385"/>
              </a:lnTo>
            </a:path>
          </a:pathLst>
        </a:custGeom>
        <a:noFill/>
        <a:ln w="9525" cap="flat" cmpd="sng" algn="ctr">
          <a:solidFill>
            <a:srgbClr val="00B050"/>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b="1" kern="1200" dirty="0">
            <a:solidFill>
              <a:schemeClr val="accent1">
                <a:lumMod val="75000"/>
              </a:schemeClr>
            </a:solidFill>
            <a:latin typeface="+mn-lt"/>
          </a:endParaRPr>
        </a:p>
      </dsp:txBody>
      <dsp:txXfrm rot="10800000">
        <a:off x="4012114" y="1539017"/>
        <a:ext cx="29206" cy="29206"/>
      </dsp:txXfrm>
    </dsp:sp>
    <dsp:sp modelId="{978319CD-EBA1-47B3-81A9-8B7E210CAF53}">
      <dsp:nvSpPr>
        <dsp:cNvPr id="0" name=""/>
        <dsp:cNvSpPr/>
      </dsp:nvSpPr>
      <dsp:spPr>
        <a:xfrm>
          <a:off x="2843806" y="493806"/>
          <a:ext cx="1203550" cy="957356"/>
        </a:xfrm>
        <a:prstGeom prst="ellipse">
          <a:avLst/>
        </a:prstGeom>
        <a:solidFill>
          <a:schemeClr val="bg1">
            <a:lumMod val="95000"/>
          </a:schemeClr>
        </a:solidFill>
        <a:ln>
          <a:solidFill>
            <a:srgbClr val="00B050"/>
          </a:solid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b="1" kern="1200" dirty="0" smtClean="0">
              <a:solidFill>
                <a:schemeClr val="accent1">
                  <a:lumMod val="75000"/>
                </a:schemeClr>
              </a:solidFill>
              <a:latin typeface="+mn-lt"/>
            </a:rPr>
            <a:t>RPA</a:t>
          </a:r>
          <a:endParaRPr lang="en-US" sz="1100" b="1" kern="1200" dirty="0">
            <a:solidFill>
              <a:schemeClr val="accent1">
                <a:lumMod val="75000"/>
              </a:schemeClr>
            </a:solidFill>
            <a:latin typeface="+mn-lt"/>
          </a:endParaRPr>
        </a:p>
      </dsp:txBody>
      <dsp:txXfrm>
        <a:off x="3020062" y="634008"/>
        <a:ext cx="851038" cy="6769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161BF-D0B3-4FF2-AC4E-A66C848FDC4C}">
      <dsp:nvSpPr>
        <dsp:cNvPr id="0" name=""/>
        <dsp:cNvSpPr/>
      </dsp:nvSpPr>
      <dsp:spPr>
        <a:xfrm>
          <a:off x="2469526" y="1147726"/>
          <a:ext cx="1654524" cy="1720692"/>
        </a:xfrm>
        <a:prstGeom prst="ellipse">
          <a:avLst/>
        </a:prstGeom>
        <a:solidFill>
          <a:schemeClr val="bg1"/>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b="1" kern="1200" dirty="0">
            <a:solidFill>
              <a:schemeClr val="accent1">
                <a:lumMod val="75000"/>
              </a:schemeClr>
            </a:solidFill>
            <a:latin typeface="Comic Sans MS" panose="030F0702030302020204" pitchFamily="66" charset="0"/>
          </a:endParaRPr>
        </a:p>
      </dsp:txBody>
      <dsp:txXfrm>
        <a:off x="2711825" y="1399716"/>
        <a:ext cx="1169926" cy="1216712"/>
      </dsp:txXfrm>
    </dsp:sp>
    <dsp:sp modelId="{7FE0CED1-8980-42E3-946D-42D2FD294376}">
      <dsp:nvSpPr>
        <dsp:cNvPr id="0" name=""/>
        <dsp:cNvSpPr/>
      </dsp:nvSpPr>
      <dsp:spPr>
        <a:xfrm>
          <a:off x="2821928" y="144106"/>
          <a:ext cx="2325231" cy="906490"/>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a:solidFill>
                <a:schemeClr val="accent1">
                  <a:lumMod val="75000"/>
                </a:schemeClr>
              </a:solidFill>
            </a:rPr>
            <a:t>Optimization of the existing infrastructure</a:t>
          </a:r>
        </a:p>
      </dsp:txBody>
      <dsp:txXfrm>
        <a:off x="3162450" y="276858"/>
        <a:ext cx="1644187" cy="640986"/>
      </dsp:txXfrm>
    </dsp:sp>
    <dsp:sp modelId="{2ED89991-1233-4539-8D6D-3AD387B0BEB0}">
      <dsp:nvSpPr>
        <dsp:cNvPr id="0" name=""/>
        <dsp:cNvSpPr/>
      </dsp:nvSpPr>
      <dsp:spPr>
        <a:xfrm>
          <a:off x="4538723" y="1296159"/>
          <a:ext cx="2140502" cy="848263"/>
        </a:xfrm>
        <a:prstGeom prst="ellipse">
          <a:avLst/>
        </a:prstGeom>
        <a:solidFill>
          <a:schemeClr val="bg1"/>
        </a:solidFill>
        <a:ln w="3175">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accent1">
                  <a:lumMod val="75000"/>
                </a:schemeClr>
              </a:solidFill>
            </a:rPr>
            <a:t>The virtual </a:t>
          </a:r>
          <a:r>
            <a:rPr lang="en-US" sz="1400" b="0" kern="1200" dirty="0">
              <a:solidFill>
                <a:schemeClr val="accent1">
                  <a:lumMod val="75000"/>
                </a:schemeClr>
              </a:solidFill>
            </a:rPr>
            <a:t>employee</a:t>
          </a:r>
        </a:p>
      </dsp:txBody>
      <dsp:txXfrm>
        <a:off x="4852192" y="1420384"/>
        <a:ext cx="1513564" cy="599813"/>
      </dsp:txXfrm>
    </dsp:sp>
    <dsp:sp modelId="{C1F8E57E-5A25-4C9D-A2CA-FE97024A98FE}">
      <dsp:nvSpPr>
        <dsp:cNvPr id="0" name=""/>
        <dsp:cNvSpPr/>
      </dsp:nvSpPr>
      <dsp:spPr>
        <a:xfrm>
          <a:off x="1635216" y="2589296"/>
          <a:ext cx="2325231" cy="795079"/>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a:solidFill>
                <a:schemeClr val="accent1">
                  <a:lumMod val="75000"/>
                </a:schemeClr>
              </a:solidFill>
            </a:rPr>
            <a:t>No </a:t>
          </a:r>
          <a:r>
            <a:rPr lang="en-US" sz="1400" b="0" kern="1200" dirty="0" smtClean="0">
              <a:solidFill>
                <a:schemeClr val="accent1">
                  <a:lumMod val="75000"/>
                </a:schemeClr>
              </a:solidFill>
            </a:rPr>
            <a:t>physical </a:t>
          </a:r>
          <a:r>
            <a:rPr lang="en-US" sz="1400" b="0" kern="1200" dirty="0">
              <a:solidFill>
                <a:schemeClr val="accent1">
                  <a:lumMod val="75000"/>
                </a:schemeClr>
              </a:solidFill>
            </a:rPr>
            <a:t>robot</a:t>
          </a:r>
        </a:p>
      </dsp:txBody>
      <dsp:txXfrm>
        <a:off x="1975738" y="2705733"/>
        <a:ext cx="1644187" cy="562205"/>
      </dsp:txXfrm>
    </dsp:sp>
    <dsp:sp modelId="{A633136D-0806-49DF-946B-F947689B04DF}">
      <dsp:nvSpPr>
        <dsp:cNvPr id="0" name=""/>
        <dsp:cNvSpPr/>
      </dsp:nvSpPr>
      <dsp:spPr>
        <a:xfrm>
          <a:off x="130994" y="1296164"/>
          <a:ext cx="1969206" cy="908049"/>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a:solidFill>
                <a:schemeClr val="accent1">
                  <a:lumMod val="75000"/>
                </a:schemeClr>
              </a:solidFill>
            </a:rPr>
            <a:t>Uses existing applications</a:t>
          </a:r>
        </a:p>
      </dsp:txBody>
      <dsp:txXfrm>
        <a:off x="419378" y="1429145"/>
        <a:ext cx="1392438" cy="6420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161BF-D0B3-4FF2-AC4E-A66C848FDC4C}">
      <dsp:nvSpPr>
        <dsp:cNvPr id="0" name=""/>
        <dsp:cNvSpPr/>
      </dsp:nvSpPr>
      <dsp:spPr>
        <a:xfrm>
          <a:off x="5024701" y="936780"/>
          <a:ext cx="1654524" cy="1720692"/>
        </a:xfrm>
        <a:prstGeom prst="ellipse">
          <a:avLst/>
        </a:prstGeom>
        <a:solidFill>
          <a:schemeClr val="bg1"/>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b="1" kern="1200" dirty="0">
            <a:solidFill>
              <a:schemeClr val="accent1">
                <a:lumMod val="75000"/>
              </a:schemeClr>
            </a:solidFill>
            <a:latin typeface="Comic Sans MS" panose="030F0702030302020204" pitchFamily="66" charset="0"/>
          </a:endParaRPr>
        </a:p>
      </dsp:txBody>
      <dsp:txXfrm>
        <a:off x="5267000" y="1188770"/>
        <a:ext cx="1169926" cy="1216712"/>
      </dsp:txXfrm>
    </dsp:sp>
    <dsp:sp modelId="{7FE0CED1-8980-42E3-946D-42D2FD294376}">
      <dsp:nvSpPr>
        <dsp:cNvPr id="0" name=""/>
        <dsp:cNvSpPr/>
      </dsp:nvSpPr>
      <dsp:spPr>
        <a:xfrm>
          <a:off x="2093800" y="36533"/>
          <a:ext cx="2300880" cy="808249"/>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100000"/>
            </a:lnSpc>
            <a:spcBef>
              <a:spcPct val="0"/>
            </a:spcBef>
            <a:spcAft>
              <a:spcPts val="0"/>
            </a:spcAft>
          </a:pPr>
          <a:r>
            <a:rPr lang="en-US" sz="1400" b="0" kern="1200" dirty="0" smtClean="0">
              <a:solidFill>
                <a:schemeClr val="accent1">
                  <a:lumMod val="75000"/>
                </a:schemeClr>
              </a:solidFill>
            </a:rPr>
            <a:t>Any service </a:t>
          </a:r>
        </a:p>
        <a:p>
          <a:pPr lvl="0" algn="ctr" defTabSz="622300">
            <a:lnSpc>
              <a:spcPct val="100000"/>
            </a:lnSpc>
            <a:spcBef>
              <a:spcPct val="0"/>
            </a:spcBef>
            <a:spcAft>
              <a:spcPts val="0"/>
            </a:spcAft>
          </a:pPr>
          <a:r>
            <a:rPr lang="en-US" sz="1400" b="0" kern="1200" dirty="0" smtClean="0">
              <a:solidFill>
                <a:schemeClr val="accent1">
                  <a:lumMod val="75000"/>
                </a:schemeClr>
              </a:solidFill>
            </a:rPr>
            <a:t>Any business</a:t>
          </a:r>
          <a:endParaRPr lang="en-US" sz="1400" b="0" kern="1200" dirty="0">
            <a:solidFill>
              <a:schemeClr val="accent1">
                <a:lumMod val="75000"/>
              </a:schemeClr>
            </a:solidFill>
          </a:endParaRPr>
        </a:p>
      </dsp:txBody>
      <dsp:txXfrm>
        <a:off x="2430756" y="154898"/>
        <a:ext cx="1626968" cy="571519"/>
      </dsp:txXfrm>
    </dsp:sp>
    <dsp:sp modelId="{2ED89991-1233-4539-8D6D-3AD387B0BEB0}">
      <dsp:nvSpPr>
        <dsp:cNvPr id="0" name=""/>
        <dsp:cNvSpPr/>
      </dsp:nvSpPr>
      <dsp:spPr>
        <a:xfrm>
          <a:off x="4417895" y="775467"/>
          <a:ext cx="1924380" cy="808216"/>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ts val="0"/>
            </a:spcAft>
          </a:pPr>
          <a:r>
            <a:rPr lang="en-US" sz="1400" b="0" kern="1200" dirty="0" smtClean="0">
              <a:solidFill>
                <a:schemeClr val="accent1">
                  <a:lumMod val="75000"/>
                </a:schemeClr>
              </a:solidFill>
            </a:rPr>
            <a:t>Any path </a:t>
          </a:r>
        </a:p>
        <a:p>
          <a:pPr lvl="0" algn="ctr" defTabSz="622300">
            <a:lnSpc>
              <a:spcPct val="90000"/>
            </a:lnSpc>
            <a:spcBef>
              <a:spcPct val="0"/>
            </a:spcBef>
            <a:spcAft>
              <a:spcPts val="0"/>
            </a:spcAft>
          </a:pPr>
          <a:r>
            <a:rPr lang="en-US" sz="1400" b="0" kern="1200" dirty="0" smtClean="0">
              <a:solidFill>
                <a:schemeClr val="accent1">
                  <a:lumMod val="75000"/>
                </a:schemeClr>
              </a:solidFill>
            </a:rPr>
            <a:t>Any network</a:t>
          </a:r>
          <a:endParaRPr lang="en-US" sz="1400" b="0" kern="1200" dirty="0">
            <a:solidFill>
              <a:schemeClr val="accent1">
                <a:lumMod val="75000"/>
              </a:schemeClr>
            </a:solidFill>
          </a:endParaRPr>
        </a:p>
      </dsp:txBody>
      <dsp:txXfrm>
        <a:off x="4699714" y="893827"/>
        <a:ext cx="1360742" cy="571496"/>
      </dsp:txXfrm>
    </dsp:sp>
    <dsp:sp modelId="{C1F8E57E-5A25-4C9D-A2CA-FE97024A98FE}">
      <dsp:nvSpPr>
        <dsp:cNvPr id="0" name=""/>
        <dsp:cNvSpPr/>
      </dsp:nvSpPr>
      <dsp:spPr>
        <a:xfrm>
          <a:off x="4371104" y="1872205"/>
          <a:ext cx="1893921" cy="795979"/>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accent1">
                  <a:lumMod val="75000"/>
                </a:schemeClr>
              </a:solidFill>
            </a:rPr>
            <a:t>Any place  Anywhere</a:t>
          </a:r>
          <a:endParaRPr lang="en-US" sz="1400" b="0" kern="1200" dirty="0">
            <a:solidFill>
              <a:schemeClr val="accent1">
                <a:lumMod val="75000"/>
              </a:schemeClr>
            </a:solidFill>
          </a:endParaRPr>
        </a:p>
      </dsp:txBody>
      <dsp:txXfrm>
        <a:off x="4648462" y="1988773"/>
        <a:ext cx="1339205" cy="562843"/>
      </dsp:txXfrm>
    </dsp:sp>
    <dsp:sp modelId="{A633136D-0806-49DF-946B-F947689B04DF}">
      <dsp:nvSpPr>
        <dsp:cNvPr id="0" name=""/>
        <dsp:cNvSpPr/>
      </dsp:nvSpPr>
      <dsp:spPr>
        <a:xfrm>
          <a:off x="2669861" y="2582416"/>
          <a:ext cx="1669748" cy="863421"/>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ts val="0"/>
            </a:spcAft>
          </a:pPr>
          <a:r>
            <a:rPr lang="en-US" sz="1400" b="0" kern="1200" dirty="0" smtClean="0">
              <a:solidFill>
                <a:schemeClr val="accent1">
                  <a:lumMod val="75000"/>
                </a:schemeClr>
              </a:solidFill>
            </a:rPr>
            <a:t>Anytime  </a:t>
          </a:r>
        </a:p>
        <a:p>
          <a:pPr lvl="0" algn="ctr" defTabSz="622300">
            <a:lnSpc>
              <a:spcPct val="90000"/>
            </a:lnSpc>
            <a:spcBef>
              <a:spcPct val="0"/>
            </a:spcBef>
            <a:spcAft>
              <a:spcPts val="0"/>
            </a:spcAft>
          </a:pPr>
          <a:r>
            <a:rPr lang="en-US" sz="1400" b="0" kern="1200" dirty="0" smtClean="0">
              <a:solidFill>
                <a:schemeClr val="accent1">
                  <a:lumMod val="75000"/>
                </a:schemeClr>
              </a:solidFill>
            </a:rPr>
            <a:t>Any context</a:t>
          </a:r>
          <a:endParaRPr lang="en-US" sz="1400" b="0" kern="1200" dirty="0">
            <a:solidFill>
              <a:schemeClr val="accent1">
                <a:lumMod val="75000"/>
              </a:schemeClr>
            </a:solidFill>
          </a:endParaRPr>
        </a:p>
      </dsp:txBody>
      <dsp:txXfrm>
        <a:off x="2914390" y="2708861"/>
        <a:ext cx="1180690" cy="610531"/>
      </dsp:txXfrm>
    </dsp:sp>
    <dsp:sp modelId="{6EE19E3F-C303-4444-AF5D-5D74F3FB07E7}">
      <dsp:nvSpPr>
        <dsp:cNvPr id="0" name=""/>
        <dsp:cNvSpPr/>
      </dsp:nvSpPr>
      <dsp:spPr>
        <a:xfrm>
          <a:off x="661956" y="2023076"/>
          <a:ext cx="1683544" cy="819408"/>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accent1">
                  <a:lumMod val="75000"/>
                </a:schemeClr>
              </a:solidFill>
            </a:rPr>
            <a:t>Anybody anyone</a:t>
          </a:r>
          <a:endParaRPr lang="en-US" sz="1400" b="0" kern="1200" dirty="0">
            <a:solidFill>
              <a:schemeClr val="accent1">
                <a:lumMod val="75000"/>
              </a:schemeClr>
            </a:solidFill>
          </a:endParaRPr>
        </a:p>
      </dsp:txBody>
      <dsp:txXfrm>
        <a:off x="908505" y="2143076"/>
        <a:ext cx="1190446" cy="579408"/>
      </dsp:txXfrm>
    </dsp:sp>
    <dsp:sp modelId="{7D750CA7-DA95-472A-A473-36B797F0036E}">
      <dsp:nvSpPr>
        <dsp:cNvPr id="0" name=""/>
        <dsp:cNvSpPr/>
      </dsp:nvSpPr>
      <dsp:spPr>
        <a:xfrm>
          <a:off x="293582" y="815606"/>
          <a:ext cx="1809377" cy="768574"/>
        </a:xfrm>
        <a:prstGeom prst="ellipse">
          <a:avLst/>
        </a:prstGeom>
        <a:solidFill>
          <a:schemeClr val="bg1"/>
        </a:solidFill>
        <a:ln>
          <a:solidFill>
            <a:schemeClr val="bg1">
              <a:lumMod val="75000"/>
            </a:schemeClr>
          </a:solidFill>
          <a:prstDash val="solid"/>
        </a:ln>
        <a:effectLst>
          <a:innerShdw blurRad="63500" dist="50800" dir="10800000">
            <a:prstClr val="black">
              <a:alpha val="50000"/>
            </a:prstClr>
          </a:innerShdw>
        </a:effectLst>
      </dsp:spPr>
      <dsp:style>
        <a:lnRef idx="0">
          <a:scrgbClr r="0" g="0" b="0"/>
        </a:lnRef>
        <a:fillRef idx="3">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accent1">
                  <a:lumMod val="75000"/>
                </a:schemeClr>
              </a:solidFill>
            </a:rPr>
            <a:t>Any device</a:t>
          </a:r>
        </a:p>
        <a:p>
          <a:pPr lvl="0" algn="ctr" defTabSz="622300">
            <a:lnSpc>
              <a:spcPct val="90000"/>
            </a:lnSpc>
            <a:spcBef>
              <a:spcPct val="0"/>
            </a:spcBef>
            <a:spcAft>
              <a:spcPct val="35000"/>
            </a:spcAft>
          </a:pPr>
          <a:r>
            <a:rPr lang="en-US" sz="1400" b="0" kern="1200" dirty="0" smtClean="0">
              <a:solidFill>
                <a:schemeClr val="accent1">
                  <a:lumMod val="75000"/>
                </a:schemeClr>
              </a:solidFill>
            </a:rPr>
            <a:t>Anything</a:t>
          </a:r>
          <a:endParaRPr lang="en-US" sz="1400" b="0" kern="1200" dirty="0">
            <a:solidFill>
              <a:schemeClr val="accent1">
                <a:lumMod val="75000"/>
              </a:schemeClr>
            </a:solidFill>
          </a:endParaRPr>
        </a:p>
      </dsp:txBody>
      <dsp:txXfrm>
        <a:off x="558559" y="928161"/>
        <a:ext cx="1279423" cy="5434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637E3-0B5B-407B-8241-D8F66FBEA030}">
      <dsp:nvSpPr>
        <dsp:cNvPr id="0" name=""/>
        <dsp:cNvSpPr/>
      </dsp:nvSpPr>
      <dsp:spPr>
        <a:xfrm>
          <a:off x="305589" y="0"/>
          <a:ext cx="2184844" cy="2184844"/>
        </a:xfrm>
        <a:prstGeom prst="ellipse">
          <a:avLst/>
        </a:prstGeom>
        <a:solidFill>
          <a:schemeClr val="accent1">
            <a:lumMod val="75000"/>
          </a:schemeClr>
        </a:solidFill>
        <a:ln w="25400" cap="flat" cmpd="sng" algn="ctr">
          <a:solidFill>
            <a:schemeClr val="lt1">
              <a:hueOff val="0"/>
              <a:satOff val="0"/>
              <a:lumOff val="0"/>
              <a:alphaOff val="0"/>
            </a:schemeClr>
          </a:solidFill>
          <a:prstDash val="solid"/>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100000"/>
            </a:lnSpc>
            <a:spcBef>
              <a:spcPct val="0"/>
            </a:spcBef>
            <a:spcAft>
              <a:spcPct val="35000"/>
            </a:spcAft>
          </a:pPr>
          <a:r>
            <a:rPr lang="en-US" sz="1400" b="0" kern="1200" dirty="0">
              <a:solidFill>
                <a:schemeClr val="bg1"/>
              </a:solidFill>
            </a:rPr>
            <a:t>Components of  Additive Manufacturing</a:t>
          </a:r>
        </a:p>
      </dsp:txBody>
      <dsp:txXfrm>
        <a:off x="625552" y="319963"/>
        <a:ext cx="1544918" cy="1544918"/>
      </dsp:txXfrm>
    </dsp:sp>
    <dsp:sp modelId="{C91A442C-08A9-4D77-B977-0F0DBDE0F0F0}">
      <dsp:nvSpPr>
        <dsp:cNvPr id="0" name=""/>
        <dsp:cNvSpPr/>
      </dsp:nvSpPr>
      <dsp:spPr>
        <a:xfrm rot="18961629">
          <a:off x="2442652" y="688494"/>
          <a:ext cx="932915" cy="0"/>
        </a:xfrm>
        <a:custGeom>
          <a:avLst/>
          <a:gdLst/>
          <a:ahLst/>
          <a:cxnLst/>
          <a:rect l="0" t="0" r="0" b="0"/>
          <a:pathLst>
            <a:path>
              <a:moveTo>
                <a:pt x="0" y="0"/>
              </a:moveTo>
              <a:lnTo>
                <a:pt x="932915"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01AC333D-4B80-433D-A3D7-F6E083679F31}">
      <dsp:nvSpPr>
        <dsp:cNvPr id="0" name=""/>
        <dsp:cNvSpPr/>
      </dsp:nvSpPr>
      <dsp:spPr>
        <a:xfrm>
          <a:off x="3244804" y="364624"/>
          <a:ext cx="326575"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096C3044-5276-45A6-96FD-11860AECAFCE}">
      <dsp:nvSpPr>
        <dsp:cNvPr id="0" name=""/>
        <dsp:cNvSpPr/>
      </dsp:nvSpPr>
      <dsp:spPr>
        <a:xfrm>
          <a:off x="3571380" y="726"/>
          <a:ext cx="2315717" cy="727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kern="1200" dirty="0">
              <a:solidFill>
                <a:srgbClr val="C00000"/>
              </a:solidFill>
              <a:latin typeface="Comic Sans MS" panose="030F0702030302020204" pitchFamily="66" charset="0"/>
            </a:rPr>
            <a:t>3D printing</a:t>
          </a:r>
        </a:p>
      </dsp:txBody>
      <dsp:txXfrm>
        <a:off x="3571380" y="726"/>
        <a:ext cx="2315717" cy="727797"/>
      </dsp:txXfrm>
    </dsp:sp>
    <dsp:sp modelId="{A562FF7E-BF49-431A-A02F-6AA0945E008B}">
      <dsp:nvSpPr>
        <dsp:cNvPr id="0" name=""/>
        <dsp:cNvSpPr/>
      </dsp:nvSpPr>
      <dsp:spPr>
        <a:xfrm>
          <a:off x="2573414" y="1092422"/>
          <a:ext cx="671390" cy="0"/>
        </a:xfrm>
        <a:custGeom>
          <a:avLst/>
          <a:gdLst/>
          <a:ahLst/>
          <a:cxnLst/>
          <a:rect l="0" t="0" r="0" b="0"/>
          <a:pathLst>
            <a:path>
              <a:moveTo>
                <a:pt x="0" y="0"/>
              </a:moveTo>
              <a:lnTo>
                <a:pt x="671390"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969F129D-93A7-47E9-8FF9-3C70C9A8E0F5}">
      <dsp:nvSpPr>
        <dsp:cNvPr id="0" name=""/>
        <dsp:cNvSpPr/>
      </dsp:nvSpPr>
      <dsp:spPr>
        <a:xfrm>
          <a:off x="3244804" y="1092422"/>
          <a:ext cx="326575"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7482EB2B-2945-4CF6-8306-9EDAE8688ACA}">
      <dsp:nvSpPr>
        <dsp:cNvPr id="0" name=""/>
        <dsp:cNvSpPr/>
      </dsp:nvSpPr>
      <dsp:spPr>
        <a:xfrm>
          <a:off x="3571380" y="728523"/>
          <a:ext cx="2315717" cy="727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kern="1200" dirty="0">
              <a:solidFill>
                <a:srgbClr val="C00000"/>
              </a:solidFill>
              <a:latin typeface="Comic Sans MS" panose="030F0702030302020204" pitchFamily="66" charset="0"/>
            </a:rPr>
            <a:t>Rapid Prototyping</a:t>
          </a:r>
        </a:p>
      </dsp:txBody>
      <dsp:txXfrm>
        <a:off x="3571380" y="728523"/>
        <a:ext cx="2315717" cy="727797"/>
      </dsp:txXfrm>
    </dsp:sp>
    <dsp:sp modelId="{0E1C6BFC-5E51-4FBE-8F73-6E275409AFD2}">
      <dsp:nvSpPr>
        <dsp:cNvPr id="0" name=""/>
        <dsp:cNvSpPr/>
      </dsp:nvSpPr>
      <dsp:spPr>
        <a:xfrm rot="2638371">
          <a:off x="2442652" y="1496349"/>
          <a:ext cx="932915" cy="0"/>
        </a:xfrm>
        <a:custGeom>
          <a:avLst/>
          <a:gdLst/>
          <a:ahLst/>
          <a:cxnLst/>
          <a:rect l="0" t="0" r="0" b="0"/>
          <a:pathLst>
            <a:path>
              <a:moveTo>
                <a:pt x="0" y="0"/>
              </a:moveTo>
              <a:lnTo>
                <a:pt x="932915"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D6843F3F-9CD5-4064-A430-A63B17E8BF36}">
      <dsp:nvSpPr>
        <dsp:cNvPr id="0" name=""/>
        <dsp:cNvSpPr/>
      </dsp:nvSpPr>
      <dsp:spPr>
        <a:xfrm>
          <a:off x="3244804" y="1820219"/>
          <a:ext cx="326575"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5EBC5C5D-B35A-4138-80ED-8BC507B05037}">
      <dsp:nvSpPr>
        <dsp:cNvPr id="0" name=""/>
        <dsp:cNvSpPr/>
      </dsp:nvSpPr>
      <dsp:spPr>
        <a:xfrm>
          <a:off x="3571380" y="1456320"/>
          <a:ext cx="2315717" cy="727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kern="1200" dirty="0">
              <a:solidFill>
                <a:srgbClr val="C00000"/>
              </a:solidFill>
              <a:latin typeface="Comic Sans MS" panose="030F0702030302020204" pitchFamily="66" charset="0"/>
            </a:rPr>
            <a:t>Selective </a:t>
          </a:r>
          <a:r>
            <a:rPr lang="en-US" sz="1400" kern="1200" dirty="0" smtClean="0">
              <a:solidFill>
                <a:srgbClr val="C00000"/>
              </a:solidFill>
              <a:latin typeface="Comic Sans MS" panose="030F0702030302020204" pitchFamily="66" charset="0"/>
            </a:rPr>
            <a:t>Laser Sintering</a:t>
          </a:r>
          <a:endParaRPr lang="en-US" sz="1400" kern="1200" dirty="0">
            <a:solidFill>
              <a:srgbClr val="C00000"/>
            </a:solidFill>
            <a:latin typeface="Comic Sans MS" panose="030F0702030302020204" pitchFamily="66" charset="0"/>
          </a:endParaRPr>
        </a:p>
      </dsp:txBody>
      <dsp:txXfrm>
        <a:off x="3571380" y="1456320"/>
        <a:ext cx="2315717" cy="7277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637E3-0B5B-407B-8241-D8F66FBEA030}">
      <dsp:nvSpPr>
        <dsp:cNvPr id="0" name=""/>
        <dsp:cNvSpPr/>
      </dsp:nvSpPr>
      <dsp:spPr>
        <a:xfrm>
          <a:off x="695478" y="0"/>
          <a:ext cx="2040828" cy="2040828"/>
        </a:xfrm>
        <a:prstGeom prst="ellipse">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100000"/>
            </a:lnSpc>
            <a:spcBef>
              <a:spcPct val="0"/>
            </a:spcBef>
            <a:spcAft>
              <a:spcPct val="35000"/>
            </a:spcAft>
          </a:pPr>
          <a:endParaRPr lang="en-US" sz="1400" b="0" kern="1200" dirty="0">
            <a:solidFill>
              <a:schemeClr val="bg1"/>
            </a:solidFill>
          </a:endParaRPr>
        </a:p>
      </dsp:txBody>
      <dsp:txXfrm>
        <a:off x="994350" y="298872"/>
        <a:ext cx="1443084" cy="1443084"/>
      </dsp:txXfrm>
    </dsp:sp>
    <dsp:sp modelId="{C91A442C-08A9-4D77-B977-0F0DBDE0F0F0}">
      <dsp:nvSpPr>
        <dsp:cNvPr id="0" name=""/>
        <dsp:cNvSpPr/>
      </dsp:nvSpPr>
      <dsp:spPr>
        <a:xfrm rot="18249950">
          <a:off x="2626745" y="643027"/>
          <a:ext cx="731407" cy="0"/>
        </a:xfrm>
        <a:custGeom>
          <a:avLst/>
          <a:gdLst/>
          <a:ahLst/>
          <a:cxnLst/>
          <a:rect l="0" t="0" r="0" b="0"/>
          <a:pathLst>
            <a:path>
              <a:moveTo>
                <a:pt x="0" y="0"/>
              </a:moveTo>
              <a:lnTo>
                <a:pt x="731407"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01AC333D-4B80-433D-A3D7-F6E083679F31}">
      <dsp:nvSpPr>
        <dsp:cNvPr id="0" name=""/>
        <dsp:cNvSpPr/>
      </dsp:nvSpPr>
      <dsp:spPr>
        <a:xfrm>
          <a:off x="3197824" y="340438"/>
          <a:ext cx="330372"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096C3044-5276-45A6-96FD-11860AECAFCE}">
      <dsp:nvSpPr>
        <dsp:cNvPr id="0" name=""/>
        <dsp:cNvSpPr/>
      </dsp:nvSpPr>
      <dsp:spPr>
        <a:xfrm>
          <a:off x="3528197" y="450"/>
          <a:ext cx="2342644" cy="6799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b="0" kern="1200" dirty="0" smtClean="0">
              <a:solidFill>
                <a:schemeClr val="accent1">
                  <a:lumMod val="75000"/>
                </a:schemeClr>
              </a:solidFill>
            </a:rPr>
            <a:t>Infrastructure-as-a-Service</a:t>
          </a:r>
          <a:endParaRPr lang="en-US" sz="1400" b="0" kern="1200" dirty="0">
            <a:solidFill>
              <a:schemeClr val="accent1">
                <a:lumMod val="75000"/>
              </a:schemeClr>
            </a:solidFill>
            <a:latin typeface="Comic Sans MS" panose="030F0702030302020204" pitchFamily="66" charset="0"/>
          </a:endParaRPr>
        </a:p>
      </dsp:txBody>
      <dsp:txXfrm>
        <a:off x="3528197" y="450"/>
        <a:ext cx="2342644" cy="679975"/>
      </dsp:txXfrm>
    </dsp:sp>
    <dsp:sp modelId="{A562FF7E-BF49-431A-A02F-6AA0945E008B}">
      <dsp:nvSpPr>
        <dsp:cNvPr id="0" name=""/>
        <dsp:cNvSpPr/>
      </dsp:nvSpPr>
      <dsp:spPr>
        <a:xfrm>
          <a:off x="2787073" y="1020414"/>
          <a:ext cx="410751" cy="0"/>
        </a:xfrm>
        <a:custGeom>
          <a:avLst/>
          <a:gdLst/>
          <a:ahLst/>
          <a:cxnLst/>
          <a:rect l="0" t="0" r="0" b="0"/>
          <a:pathLst>
            <a:path>
              <a:moveTo>
                <a:pt x="0" y="0"/>
              </a:moveTo>
              <a:lnTo>
                <a:pt x="410751"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969F129D-93A7-47E9-8FF9-3C70C9A8E0F5}">
      <dsp:nvSpPr>
        <dsp:cNvPr id="0" name=""/>
        <dsp:cNvSpPr/>
      </dsp:nvSpPr>
      <dsp:spPr>
        <a:xfrm>
          <a:off x="3197824" y="1020414"/>
          <a:ext cx="330372"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7482EB2B-2945-4CF6-8306-9EDAE8688ACA}">
      <dsp:nvSpPr>
        <dsp:cNvPr id="0" name=""/>
        <dsp:cNvSpPr/>
      </dsp:nvSpPr>
      <dsp:spPr>
        <a:xfrm>
          <a:off x="3528197" y="680426"/>
          <a:ext cx="2342644" cy="6799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b="0" kern="1200" dirty="0" smtClean="0">
              <a:solidFill>
                <a:schemeClr val="accent1">
                  <a:lumMod val="75000"/>
                </a:schemeClr>
              </a:solidFill>
            </a:rPr>
            <a:t>Platform-as-a-Service</a:t>
          </a:r>
          <a:endParaRPr lang="en-US" sz="1400" b="0" kern="1200" dirty="0">
            <a:solidFill>
              <a:schemeClr val="accent1">
                <a:lumMod val="75000"/>
              </a:schemeClr>
            </a:solidFill>
            <a:latin typeface="Comic Sans MS" panose="030F0702030302020204" pitchFamily="66" charset="0"/>
          </a:endParaRPr>
        </a:p>
      </dsp:txBody>
      <dsp:txXfrm>
        <a:off x="3528197" y="680426"/>
        <a:ext cx="2342644" cy="679975"/>
      </dsp:txXfrm>
    </dsp:sp>
    <dsp:sp modelId="{0E1C6BFC-5E51-4FBE-8F73-6E275409AFD2}">
      <dsp:nvSpPr>
        <dsp:cNvPr id="0" name=""/>
        <dsp:cNvSpPr/>
      </dsp:nvSpPr>
      <dsp:spPr>
        <a:xfrm rot="3350050">
          <a:off x="2626745" y="1397800"/>
          <a:ext cx="731407" cy="0"/>
        </a:xfrm>
        <a:custGeom>
          <a:avLst/>
          <a:gdLst/>
          <a:ahLst/>
          <a:cxnLst/>
          <a:rect l="0" t="0" r="0" b="0"/>
          <a:pathLst>
            <a:path>
              <a:moveTo>
                <a:pt x="0" y="0"/>
              </a:moveTo>
              <a:lnTo>
                <a:pt x="731407" y="0"/>
              </a:lnTo>
            </a:path>
          </a:pathLst>
        </a:cu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D6843F3F-9CD5-4064-A430-A63B17E8BF36}">
      <dsp:nvSpPr>
        <dsp:cNvPr id="0" name=""/>
        <dsp:cNvSpPr/>
      </dsp:nvSpPr>
      <dsp:spPr>
        <a:xfrm>
          <a:off x="3197824" y="1700389"/>
          <a:ext cx="330372" cy="0"/>
        </a:xfrm>
        <a:prstGeom prst="line">
          <a:avLst/>
        </a:prstGeom>
        <a:noFill/>
        <a:ln w="3175" cap="flat" cmpd="sng" algn="ctr">
          <a:solidFill>
            <a:schemeClr val="accent1">
              <a:lumMod val="75000"/>
            </a:schemeClr>
          </a:solidFill>
          <a:prstDash val="solid"/>
        </a:ln>
        <a:effectLst/>
      </dsp:spPr>
      <dsp:style>
        <a:lnRef idx="2">
          <a:scrgbClr r="0" g="0" b="0"/>
        </a:lnRef>
        <a:fillRef idx="0">
          <a:scrgbClr r="0" g="0" b="0"/>
        </a:fillRef>
        <a:effectRef idx="0">
          <a:scrgbClr r="0" g="0" b="0"/>
        </a:effectRef>
        <a:fontRef idx="minor"/>
      </dsp:style>
    </dsp:sp>
    <dsp:sp modelId="{5EBC5C5D-B35A-4138-80ED-8BC507B05037}">
      <dsp:nvSpPr>
        <dsp:cNvPr id="0" name=""/>
        <dsp:cNvSpPr/>
      </dsp:nvSpPr>
      <dsp:spPr>
        <a:xfrm>
          <a:off x="3528197" y="1360401"/>
          <a:ext cx="2342644" cy="67997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en-US" sz="1400" b="0" kern="1200" dirty="0" smtClean="0">
              <a:solidFill>
                <a:schemeClr val="accent1">
                  <a:lumMod val="75000"/>
                </a:schemeClr>
              </a:solidFill>
            </a:rPr>
            <a:t>Software-as-a-Service</a:t>
          </a:r>
          <a:endParaRPr lang="en-US" sz="1400" b="0" kern="1200" dirty="0">
            <a:solidFill>
              <a:schemeClr val="accent1">
                <a:lumMod val="75000"/>
              </a:schemeClr>
            </a:solidFill>
            <a:latin typeface="Comic Sans MS" panose="030F0702030302020204" pitchFamily="66" charset="0"/>
          </a:endParaRPr>
        </a:p>
      </dsp:txBody>
      <dsp:txXfrm>
        <a:off x="3528197" y="1360401"/>
        <a:ext cx="2342644" cy="679975"/>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5.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pPr/>
              <a:t>9/9/2024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pPr/>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ED02FD0-3425-490D-BAA4-73C30AAFC1DD}" type="slidenum">
              <a:rPr lang="en-GB" altLang="en-US">
                <a:latin typeface="Times" panose="02020603050405020304" pitchFamily="18" charset="0"/>
              </a:rPr>
              <a:pPr/>
              <a:t>3</a:t>
            </a:fld>
            <a:endParaRPr lang="en-GB" altLang="en-US">
              <a:latin typeface="Times"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Tree>
    <p:extLst>
      <p:ext uri="{BB962C8B-B14F-4D97-AF65-F5344CB8AC3E}">
        <p14:creationId xmlns:p14="http://schemas.microsoft.com/office/powerpoint/2010/main" val="3698344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ED02FD0-3425-490D-BAA4-73C30AAFC1DD}" type="slidenum">
              <a:rPr lang="en-GB" altLang="en-US">
                <a:latin typeface="Times" panose="02020603050405020304" pitchFamily="18" charset="0"/>
              </a:rPr>
              <a:pPr/>
              <a:t>4</a:t>
            </a:fld>
            <a:endParaRPr lang="en-GB" altLang="en-US">
              <a:latin typeface="Times"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Tree>
    <p:extLst>
      <p:ext uri="{BB962C8B-B14F-4D97-AF65-F5344CB8AC3E}">
        <p14:creationId xmlns:p14="http://schemas.microsoft.com/office/powerpoint/2010/main" val="1884325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8D449A68-B1DE-4B07-8E8A-4A695DF5CFF4}" type="slidenum">
              <a:rPr lang="en-GB" altLang="en-US">
                <a:latin typeface="Times" panose="02020603050405020304" pitchFamily="18" charset="0"/>
              </a:rPr>
              <a:pPr/>
              <a:t>8</a:t>
            </a:fld>
            <a:endParaRPr lang="en-GB" altLang="en-US" dirty="0">
              <a:latin typeface="Times"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cs typeface="Arial" panose="020B0604020202020204" pitchFamily="34" charset="0"/>
            </a:endParaRPr>
          </a:p>
        </p:txBody>
      </p:sp>
    </p:spTree>
    <p:extLst>
      <p:ext uri="{BB962C8B-B14F-4D97-AF65-F5344CB8AC3E}">
        <p14:creationId xmlns:p14="http://schemas.microsoft.com/office/powerpoint/2010/main" val="2546318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pPr/>
              <a:t>09/09/67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NULL"/><Relationship Id="rId7" Type="http://schemas.openxmlformats.org/officeDocument/2006/relationships/diagramColors" Target="../diagrams/colors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NULL"/><Relationship Id="rId7" Type="http://schemas.openxmlformats.org/officeDocument/2006/relationships/diagramColors" Target="../diagrams/colors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NULL"/><Relationship Id="rId7" Type="http://schemas.openxmlformats.org/officeDocument/2006/relationships/diagramQuickStyle" Target="../diagrams/quickStyle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5.png"/><Relationship Id="rId9" Type="http://schemas.microsoft.com/office/2007/relationships/diagramDrawing" Target="../diagrams/drawing4.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NULL"/><Relationship Id="rId7" Type="http://schemas.openxmlformats.org/officeDocument/2006/relationships/diagramColors" Target="../diagrams/colors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GV8zPtqOyqg&amp;t=109s" TargetMode="External"/><Relationship Id="rId2" Type="http://schemas.openxmlformats.org/officeDocument/2006/relationships/hyperlink" Target="https://www.youtube.com/watch?v=Y990kaGbJD0" TargetMode="External"/><Relationship Id="rId1" Type="http://schemas.openxmlformats.org/officeDocument/2006/relationships/slideLayout" Target="../slideLayouts/slideLayout2.xml"/><Relationship Id="rId5" Type="http://schemas.openxmlformats.org/officeDocument/2006/relationships/hyperlink" Target="https://www.youtube.com/watch?v=0KOUzeE0h8g" TargetMode="External"/><Relationship Id="rId4" Type="http://schemas.openxmlformats.org/officeDocument/2006/relationships/hyperlink" Target="https://www.youtube.com/watch?v=iVS-AuSjpOQ&amp;t=4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3864" y="3439180"/>
            <a:ext cx="8867736" cy="523220"/>
          </a:xfrm>
          <a:prstGeom prst="rect">
            <a:avLst/>
          </a:prstGeom>
          <a:noFill/>
        </p:spPr>
        <p:txBody>
          <a:bodyPr wrap="square" rtlCol="0">
            <a:spAutoFit/>
          </a:bodyPr>
          <a:lstStyle/>
          <a:p>
            <a:pPr defTabSz="435356"/>
            <a:r>
              <a:rPr lang="en-US" sz="2800" b="1" dirty="0" smtClean="0">
                <a:solidFill>
                  <a:schemeClr val="bg1"/>
                </a:solidFill>
                <a:latin typeface="Comic Sans MS" panose="030F0702030302020204" pitchFamily="66" charset="0"/>
              </a:rPr>
              <a:t>Industry 4.0 digital </a:t>
            </a:r>
            <a:r>
              <a:rPr lang="en-US" sz="2800" b="1" dirty="0" smtClean="0">
                <a:solidFill>
                  <a:schemeClr val="bg1"/>
                </a:solidFill>
                <a:latin typeface="Comic Sans MS" panose="030F0702030302020204" pitchFamily="66" charset="0"/>
              </a:rPr>
              <a:t>transformation </a:t>
            </a:r>
            <a:r>
              <a:rPr lang="en-US" sz="1600" b="1" i="1" dirty="0" smtClean="0">
                <a:solidFill>
                  <a:schemeClr val="bg1"/>
                </a:solidFill>
                <a:latin typeface="Comic Sans MS" panose="030F0702030302020204" pitchFamily="66" charset="0"/>
              </a:rPr>
              <a:t>– part I</a:t>
            </a:r>
            <a:endParaRPr lang="en-US" sz="1600" b="1" i="1" dirty="0" smtClean="0">
              <a:solidFill>
                <a:schemeClr val="bg1"/>
              </a:solidFill>
              <a:latin typeface="Comic Sans MS" panose="030F0702030302020204" pitchFamily="66" charset="0"/>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Business </a:t>
            </a:r>
            <a:r>
              <a:rPr lang="en-US" b="1" smtClean="0">
                <a:solidFill>
                  <a:srgbClr val="002060"/>
                </a:solidFill>
              </a:rPr>
              <a:t>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chemeClr val="bg1"/>
                </a:solidFill>
              </a:rPr>
              <a:t>Marija Stanojeska, PhD</a:t>
            </a:r>
          </a:p>
        </p:txBody>
      </p:sp>
    </p:spTree>
    <p:extLst>
      <p:ext uri="{BB962C8B-B14F-4D97-AF65-F5344CB8AC3E}">
        <p14:creationId xmlns:p14="http://schemas.microsoft.com/office/powerpoint/2010/main" val="4083739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21416"/>
          <a:stretch/>
        </p:blipFill>
        <p:spPr>
          <a:xfrm>
            <a:off x="0" y="1988840"/>
            <a:ext cx="9144000" cy="3761309"/>
          </a:xfrm>
          <a:prstGeom prst="rect">
            <a:avLst/>
          </a:prstGeom>
        </p:spPr>
      </p:pic>
      <p:sp>
        <p:nvSpPr>
          <p:cNvPr id="2" name="Rectangle 1"/>
          <p:cNvSpPr/>
          <p:nvPr/>
        </p:nvSpPr>
        <p:spPr>
          <a:xfrm>
            <a:off x="719572" y="692696"/>
            <a:ext cx="7704856" cy="1169551"/>
          </a:xfrm>
          <a:prstGeom prst="rect">
            <a:avLst/>
          </a:prstGeom>
        </p:spPr>
        <p:txBody>
          <a:bodyPr wrap="square">
            <a:spAutoFit/>
          </a:bodyPr>
          <a:lstStyle/>
          <a:p>
            <a:pPr algn="ctr"/>
            <a:r>
              <a:rPr lang="en-US" sz="1400" dirty="0" smtClean="0">
                <a:solidFill>
                  <a:schemeClr val="accent1">
                    <a:lumMod val="75000"/>
                  </a:schemeClr>
                </a:solidFill>
              </a:rPr>
              <a:t>Based on the textbooks:</a:t>
            </a:r>
          </a:p>
          <a:p>
            <a:pPr algn="ctr"/>
            <a:endParaRPr lang="en-US" sz="1400" i="1" dirty="0" smtClean="0">
              <a:solidFill>
                <a:schemeClr val="accent1">
                  <a:lumMod val="75000"/>
                </a:schemeClr>
              </a:solidFill>
            </a:endParaRPr>
          </a:p>
          <a:p>
            <a:pPr algn="ctr"/>
            <a:r>
              <a:rPr lang="en-US" sz="1400" i="1" dirty="0" smtClean="0">
                <a:solidFill>
                  <a:schemeClr val="accent1">
                    <a:lumMod val="75000"/>
                  </a:schemeClr>
                </a:solidFill>
              </a:rPr>
              <a:t>Industry </a:t>
            </a:r>
            <a:r>
              <a:rPr lang="en-US" sz="1400" i="1" dirty="0">
                <a:solidFill>
                  <a:schemeClr val="accent1">
                    <a:lumMod val="75000"/>
                  </a:schemeClr>
                </a:solidFill>
              </a:rPr>
              <a:t>4.0: Managing </a:t>
            </a:r>
            <a:r>
              <a:rPr lang="en-US" sz="1400" i="1" dirty="0" smtClean="0">
                <a:solidFill>
                  <a:schemeClr val="accent1">
                    <a:lumMod val="75000"/>
                  </a:schemeClr>
                </a:solidFill>
              </a:rPr>
              <a:t>The Digital Transformation, </a:t>
            </a:r>
            <a:r>
              <a:rPr lang="en-US" sz="1400" i="1" dirty="0" err="1" smtClean="0">
                <a:solidFill>
                  <a:schemeClr val="accent1">
                    <a:lumMod val="75000"/>
                  </a:schemeClr>
                </a:solidFill>
              </a:rPr>
              <a:t>Ustundag</a:t>
            </a:r>
            <a:r>
              <a:rPr lang="en-US" sz="1400" i="1" dirty="0" smtClean="0">
                <a:solidFill>
                  <a:schemeClr val="accent1">
                    <a:lumMod val="75000"/>
                  </a:schemeClr>
                </a:solidFill>
              </a:rPr>
              <a:t> A., </a:t>
            </a:r>
            <a:r>
              <a:rPr lang="en-US" sz="1400" i="1" dirty="0" err="1" smtClean="0">
                <a:solidFill>
                  <a:schemeClr val="accent1">
                    <a:lumMod val="75000"/>
                  </a:schemeClr>
                </a:solidFill>
              </a:rPr>
              <a:t>Cevikcan</a:t>
            </a:r>
            <a:r>
              <a:rPr lang="en-US" sz="1400" i="1" dirty="0" smtClean="0">
                <a:solidFill>
                  <a:schemeClr val="accent1">
                    <a:lumMod val="75000"/>
                  </a:schemeClr>
                </a:solidFill>
              </a:rPr>
              <a:t> E.</a:t>
            </a:r>
            <a:endParaRPr lang="en-US" sz="1400" i="1" dirty="0">
              <a:solidFill>
                <a:schemeClr val="accent1">
                  <a:lumMod val="75000"/>
                </a:schemeClr>
              </a:solidFill>
            </a:endParaRPr>
          </a:p>
          <a:p>
            <a:pPr algn="ctr"/>
            <a:r>
              <a:rPr lang="en-US" sz="1400" i="1" dirty="0" smtClean="0">
                <a:solidFill>
                  <a:schemeClr val="accent1">
                    <a:lumMod val="75000"/>
                  </a:schemeClr>
                </a:solidFill>
              </a:rPr>
              <a:t>Industry </a:t>
            </a:r>
            <a:r>
              <a:rPr lang="en-US" sz="1400" i="1" dirty="0">
                <a:solidFill>
                  <a:schemeClr val="accent1">
                    <a:lumMod val="75000"/>
                  </a:schemeClr>
                </a:solidFill>
              </a:rPr>
              <a:t>4.0: The Industrial Internet of Things, Gilchrist A.</a:t>
            </a:r>
          </a:p>
          <a:p>
            <a:endParaRPr lang="en-US" sz="1400" dirty="0">
              <a:solidFill>
                <a:schemeClr val="accent1">
                  <a:lumMod val="75000"/>
                </a:schemeClr>
              </a:solidFill>
            </a:endParaRPr>
          </a:p>
        </p:txBody>
      </p:sp>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69077" y="294482"/>
            <a:ext cx="8382000" cy="838200"/>
          </a:xfrm>
        </p:spPr>
        <p:txBody>
          <a:bodyPr/>
          <a:lstStyle/>
          <a:p>
            <a:pPr eaLnBrk="1" hangingPunct="1"/>
            <a:r>
              <a:rPr lang="en-GB" altLang="en-US" sz="1800" dirty="0" smtClean="0">
                <a:latin typeface="Comic Sans MS" panose="030F0702030302020204" pitchFamily="66" charset="0"/>
              </a:rPr>
              <a:t>Lecture overview</a:t>
            </a:r>
            <a:endParaRPr lang="en-US" altLang="en-US" sz="1800" dirty="0" smtClean="0">
              <a:latin typeface="Comic Sans MS" panose="030F0702030302020204" pitchFamily="66" charset="0"/>
            </a:endParaRPr>
          </a:p>
        </p:txBody>
      </p:sp>
      <p:sp>
        <p:nvSpPr>
          <p:cNvPr id="13315" name="Rectangle 3"/>
          <p:cNvSpPr>
            <a:spLocks noGrp="1" noChangeArrowheads="1"/>
          </p:cNvSpPr>
          <p:nvPr>
            <p:ph sz="quarter" idx="1"/>
          </p:nvPr>
        </p:nvSpPr>
        <p:spPr>
          <a:xfrm>
            <a:off x="539552" y="2147243"/>
            <a:ext cx="8123436" cy="2505893"/>
          </a:xfrm>
        </p:spPr>
        <p:txBody>
          <a:bodyPr/>
          <a:lstStyle/>
          <a:p>
            <a:pPr marL="342900" indent="-342900">
              <a:buAutoNum type="arabicPeriod"/>
            </a:pPr>
            <a:r>
              <a:rPr lang="en-US" sz="1400" dirty="0" smtClean="0"/>
              <a:t>Basic information related to Industry 4.0</a:t>
            </a:r>
          </a:p>
          <a:p>
            <a:pPr marL="342900" indent="-342900">
              <a:buAutoNum type="arabicPeriod"/>
            </a:pPr>
            <a:r>
              <a:rPr lang="en-US" sz="1400" dirty="0" smtClean="0"/>
              <a:t>Explanation of the design principles of 4</a:t>
            </a:r>
            <a:r>
              <a:rPr lang="en-US" sz="1400" baseline="30000" dirty="0" smtClean="0"/>
              <a:t>th</a:t>
            </a:r>
            <a:r>
              <a:rPr lang="en-US" sz="1400" dirty="0" smtClean="0"/>
              <a:t> industrial revolution</a:t>
            </a:r>
          </a:p>
          <a:p>
            <a:pPr marL="342900" indent="-342900">
              <a:buAutoNum type="arabicPeriod"/>
            </a:pPr>
            <a:r>
              <a:rPr lang="en-US" sz="1400" dirty="0" smtClean="0"/>
              <a:t>Analyze of the driving Industry 4.0 technologies</a:t>
            </a:r>
          </a:p>
          <a:p>
            <a:pPr marL="342900" indent="-342900">
              <a:buAutoNum type="arabicPeriod"/>
            </a:pPr>
            <a:r>
              <a:rPr lang="en-US" sz="1400" dirty="0" smtClean="0"/>
              <a:t>Description of the benefits and challenges of implementation of the Industry 4.0 concept</a:t>
            </a:r>
          </a:p>
          <a:p>
            <a:pPr marL="342900" indent="-342900">
              <a:buAutoNum type="arabicPeriod"/>
            </a:pPr>
            <a:r>
              <a:rPr lang="en-US" sz="1400" dirty="0" smtClean="0"/>
              <a:t>Introducing the concept of smart factory</a:t>
            </a:r>
          </a:p>
          <a:p>
            <a:pPr marL="342900" indent="-342900">
              <a:buAutoNum type="arabicPeriod"/>
            </a:pPr>
            <a:r>
              <a:rPr lang="en-US" sz="1400" dirty="0" smtClean="0"/>
              <a:t>Exercises</a:t>
            </a:r>
          </a:p>
          <a:p>
            <a:pPr marL="342900" indent="-342900">
              <a:buAutoNum type="arabicPeriod"/>
            </a:pPr>
            <a:endParaRPr lang="en-US" sz="1400" dirty="0" smtClean="0"/>
          </a:p>
          <a:p>
            <a:pPr marL="342900" indent="-342900">
              <a:buAutoNum type="arabicPeriod"/>
            </a:pPr>
            <a:endParaRPr lang="en-US" sz="1400" dirty="0" smtClean="0"/>
          </a:p>
          <a:p>
            <a:pPr marL="342900" indent="-342900">
              <a:buAutoNum type="arabicPeriod"/>
            </a:pPr>
            <a:endParaRPr lang="en-US" sz="1400" dirty="0" smtClean="0"/>
          </a:p>
          <a:p>
            <a:pPr marL="342900" indent="-342900">
              <a:buAutoNum type="arabicPeriod"/>
            </a:pPr>
            <a:endParaRPr lang="en-US" altLang="en-US" dirty="0" smtClean="0"/>
          </a:p>
        </p:txBody>
      </p:sp>
    </p:spTree>
    <p:extLst>
      <p:ext uri="{BB962C8B-B14F-4D97-AF65-F5344CB8AC3E}">
        <p14:creationId xmlns:p14="http://schemas.microsoft.com/office/powerpoint/2010/main" val="22352652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69077" y="294482"/>
            <a:ext cx="8382000" cy="838200"/>
          </a:xfrm>
        </p:spPr>
        <p:txBody>
          <a:bodyPr/>
          <a:lstStyle/>
          <a:p>
            <a:pPr eaLnBrk="1" hangingPunct="1"/>
            <a:r>
              <a:rPr lang="en-GB" altLang="en-US" sz="1800" dirty="0" smtClean="0">
                <a:latin typeface="Comic Sans MS" panose="030F0702030302020204" pitchFamily="66" charset="0"/>
              </a:rPr>
              <a:t>What is Industry 4.0?</a:t>
            </a:r>
            <a:endParaRPr lang="en-US" altLang="en-US" sz="1800" dirty="0" smtClean="0">
              <a:latin typeface="Comic Sans MS" panose="030F0702030302020204" pitchFamily="66" charset="0"/>
            </a:endParaRPr>
          </a:p>
        </p:txBody>
      </p:sp>
      <p:sp>
        <p:nvSpPr>
          <p:cNvPr id="13315" name="Rectangle 3"/>
          <p:cNvSpPr>
            <a:spLocks noGrp="1" noChangeArrowheads="1"/>
          </p:cNvSpPr>
          <p:nvPr>
            <p:ph sz="quarter" idx="1"/>
          </p:nvPr>
        </p:nvSpPr>
        <p:spPr>
          <a:xfrm>
            <a:off x="539552" y="2147243"/>
            <a:ext cx="8123436" cy="2505893"/>
          </a:xfrm>
        </p:spPr>
        <p:txBody>
          <a:bodyPr/>
          <a:lstStyle/>
          <a:p>
            <a:pPr marL="0" indent="0" algn="just" eaLnBrk="1" hangingPunct="1">
              <a:buNone/>
            </a:pPr>
            <a:endParaRPr lang="en-GB" altLang="en-US" sz="1400" dirty="0" smtClean="0"/>
          </a:p>
          <a:p>
            <a:pPr marL="0" indent="0" algn="ctr">
              <a:buNone/>
            </a:pPr>
            <a:r>
              <a:rPr lang="en-US" sz="1400" dirty="0" smtClean="0"/>
              <a:t>“Industry </a:t>
            </a:r>
            <a:r>
              <a:rPr lang="en-US" sz="1400" dirty="0"/>
              <a:t>4.0 is more than just a flashy catchphrase. A confluence of trends and technologies promises to reshape the way things are made</a:t>
            </a:r>
            <a:r>
              <a:rPr lang="en-US" sz="1400" dirty="0" smtClean="0"/>
              <a:t>.”</a:t>
            </a:r>
            <a:endParaRPr lang="en-US" sz="1400" dirty="0"/>
          </a:p>
          <a:p>
            <a:pPr marL="0" indent="0" algn="r">
              <a:buNone/>
            </a:pPr>
            <a:endParaRPr lang="en-US" sz="1400" i="1" dirty="0" smtClean="0"/>
          </a:p>
          <a:p>
            <a:pPr marL="0" indent="0" algn="r">
              <a:buNone/>
            </a:pPr>
            <a:endParaRPr lang="en-US" sz="1400" i="1" dirty="0"/>
          </a:p>
          <a:p>
            <a:pPr marL="0" indent="0" algn="r">
              <a:buNone/>
            </a:pPr>
            <a:r>
              <a:rPr lang="en-US" sz="1400" i="1" dirty="0" smtClean="0"/>
              <a:t>Cornelius </a:t>
            </a:r>
            <a:r>
              <a:rPr lang="en-US" sz="1400" i="1" dirty="0" err="1"/>
              <a:t>Baur</a:t>
            </a:r>
            <a:r>
              <a:rPr lang="en-US" sz="1400" i="1" dirty="0"/>
              <a:t> and Dominik Wee, McKinsey &amp; </a:t>
            </a:r>
            <a:r>
              <a:rPr lang="en-US" sz="1400" i="1" dirty="0" smtClean="0"/>
              <a:t>Company</a:t>
            </a:r>
            <a:endParaRPr lang="en-US" altLang="en-US" dirty="0" smtClean="0"/>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35082059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32656"/>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Why </a:t>
            </a:r>
            <a:r>
              <a:rPr lang="en-US" b="1" dirty="0" smtClean="0">
                <a:solidFill>
                  <a:schemeClr val="accent1">
                    <a:lumMod val="75000"/>
                  </a:schemeClr>
                </a:solidFill>
                <a:latin typeface="Comic Sans MS" panose="030F0702030302020204" pitchFamily="66" charset="0"/>
              </a:rPr>
              <a:t>is </a:t>
            </a:r>
            <a:r>
              <a:rPr lang="en-US" b="1" dirty="0">
                <a:solidFill>
                  <a:schemeClr val="accent1">
                    <a:lumMod val="75000"/>
                  </a:schemeClr>
                </a:solidFill>
                <a:latin typeface="Comic Sans MS" panose="030F0702030302020204" pitchFamily="66" charset="0"/>
              </a:rPr>
              <a:t>Industry 4.0 </a:t>
            </a:r>
            <a:r>
              <a:rPr lang="en-US" b="1" dirty="0" smtClean="0">
                <a:solidFill>
                  <a:schemeClr val="accent1">
                    <a:lumMod val="75000"/>
                  </a:schemeClr>
                </a:solidFill>
                <a:latin typeface="Comic Sans MS" panose="030F0702030302020204" pitchFamily="66" charset="0"/>
              </a:rPr>
              <a:t>important </a:t>
            </a:r>
            <a:r>
              <a:rPr lang="en-US" b="1" dirty="0">
                <a:solidFill>
                  <a:schemeClr val="accent1">
                    <a:lumMod val="75000"/>
                  </a:schemeClr>
                </a:solidFill>
                <a:latin typeface="Comic Sans MS" panose="030F0702030302020204" pitchFamily="66" charset="0"/>
              </a:rPr>
              <a:t>for </a:t>
            </a:r>
            <a:r>
              <a:rPr lang="en-US" b="1" dirty="0" smtClean="0">
                <a:solidFill>
                  <a:schemeClr val="accent1">
                    <a:lumMod val="75000"/>
                  </a:schemeClr>
                </a:solidFill>
                <a:latin typeface="Comic Sans MS" panose="030F0702030302020204" pitchFamily="66" charset="0"/>
              </a:rPr>
              <a:t>the business</a:t>
            </a:r>
            <a:r>
              <a:rPr lang="en-US" b="1" dirty="0">
                <a:solidFill>
                  <a:schemeClr val="accent1">
                    <a:lumMod val="75000"/>
                  </a:schemeClr>
                </a:solidFill>
                <a:latin typeface="Comic Sans MS" panose="030F0702030302020204" pitchFamily="66" charset="0"/>
              </a:rPr>
              <a:t>?</a:t>
            </a:r>
            <a:endParaRPr lang="en-US"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6" name="Rectangle 5"/>
          <p:cNvSpPr/>
          <p:nvPr/>
        </p:nvSpPr>
        <p:spPr>
          <a:xfrm>
            <a:off x="304800" y="1988840"/>
            <a:ext cx="8424935" cy="2031325"/>
          </a:xfrm>
          <a:prstGeom prst="rect">
            <a:avLst/>
          </a:prstGeom>
        </p:spPr>
        <p:txBody>
          <a:bodyPr wrap="square">
            <a:spAutoFit/>
          </a:bodyPr>
          <a:lstStyle/>
          <a:p>
            <a:pPr algn="just"/>
            <a:r>
              <a:rPr lang="en-US" sz="1400" dirty="0">
                <a:solidFill>
                  <a:schemeClr val="accent1">
                    <a:lumMod val="75000"/>
                  </a:schemeClr>
                </a:solidFill>
              </a:rPr>
              <a:t>The main reason why Industry 4.0 is so important </a:t>
            </a:r>
            <a:r>
              <a:rPr lang="en-US" sz="1400" dirty="0" smtClean="0">
                <a:solidFill>
                  <a:schemeClr val="accent1">
                    <a:lumMod val="75000"/>
                  </a:schemeClr>
                </a:solidFill>
              </a:rPr>
              <a:t>for </a:t>
            </a:r>
            <a:r>
              <a:rPr lang="en-US" sz="1400" dirty="0">
                <a:solidFill>
                  <a:schemeClr val="accent1">
                    <a:lumMod val="75000"/>
                  </a:schemeClr>
                </a:solidFill>
              </a:rPr>
              <a:t>business is that it allows </a:t>
            </a:r>
            <a:r>
              <a:rPr lang="en-US" sz="1400" dirty="0" smtClean="0">
                <a:solidFill>
                  <a:schemeClr val="accent1">
                    <a:lumMod val="75000"/>
                  </a:schemeClr>
                </a:solidFill>
              </a:rPr>
              <a:t>to </a:t>
            </a:r>
            <a:r>
              <a:rPr lang="en-US" sz="1400" dirty="0">
                <a:solidFill>
                  <a:schemeClr val="accent1">
                    <a:lumMod val="75000"/>
                  </a:schemeClr>
                </a:solidFill>
              </a:rPr>
              <a:t>improve the efficiency of all </a:t>
            </a:r>
            <a:r>
              <a:rPr lang="en-US" sz="1400" dirty="0" smtClean="0">
                <a:solidFill>
                  <a:schemeClr val="accent1">
                    <a:lumMod val="75000"/>
                  </a:schemeClr>
                </a:solidFill>
              </a:rPr>
              <a:t>companies </a:t>
            </a:r>
            <a:r>
              <a:rPr lang="en-US" sz="1400" dirty="0">
                <a:solidFill>
                  <a:schemeClr val="accent1">
                    <a:lumMod val="75000"/>
                  </a:schemeClr>
                </a:solidFill>
              </a:rPr>
              <a:t>operations, from manufacturing through supplies to distribution. This</a:t>
            </a:r>
            <a:r>
              <a:rPr lang="en-US" sz="1400" dirty="0" smtClean="0">
                <a:solidFill>
                  <a:schemeClr val="accent1">
                    <a:lumMod val="75000"/>
                  </a:schemeClr>
                </a:solidFill>
              </a:rPr>
              <a:t>, </a:t>
            </a:r>
            <a:r>
              <a:rPr lang="en-US" sz="1400" dirty="0">
                <a:solidFill>
                  <a:schemeClr val="accent1">
                    <a:lumMod val="75000"/>
                  </a:schemeClr>
                </a:solidFill>
              </a:rPr>
              <a:t>helps </a:t>
            </a:r>
            <a:r>
              <a:rPr lang="en-US" sz="1400" dirty="0" smtClean="0">
                <a:solidFill>
                  <a:schemeClr val="accent1">
                    <a:lumMod val="75000"/>
                  </a:schemeClr>
                </a:solidFill>
              </a:rPr>
              <a:t>to </a:t>
            </a:r>
            <a:r>
              <a:rPr lang="en-US" sz="1400" dirty="0">
                <a:solidFill>
                  <a:schemeClr val="accent1">
                    <a:lumMod val="75000"/>
                  </a:schemeClr>
                </a:solidFill>
              </a:rPr>
              <a:t>produce more high-quality products in a shorter </a:t>
            </a:r>
            <a:r>
              <a:rPr lang="en-US" sz="1400" dirty="0" smtClean="0">
                <a:solidFill>
                  <a:schemeClr val="accent1">
                    <a:lumMod val="75000"/>
                  </a:schemeClr>
                </a:solidFill>
              </a:rPr>
              <a:t>time</a:t>
            </a:r>
            <a:r>
              <a:rPr lang="en-US" sz="1400" dirty="0">
                <a:solidFill>
                  <a:schemeClr val="accent1">
                    <a:lumMod val="75000"/>
                  </a:schemeClr>
                </a:solidFill>
              </a:rPr>
              <a:t>.</a:t>
            </a:r>
            <a:endParaRPr lang="en-US" sz="1400" dirty="0" smtClean="0">
              <a:solidFill>
                <a:schemeClr val="accent1">
                  <a:lumMod val="75000"/>
                </a:schemeClr>
              </a:solidFill>
            </a:endParaRPr>
          </a:p>
          <a:p>
            <a:pPr algn="just"/>
            <a:r>
              <a:rPr lang="en-US" sz="1400" dirty="0">
                <a:solidFill>
                  <a:schemeClr val="accent1">
                    <a:lumMod val="75000"/>
                  </a:schemeClr>
                </a:solidFill>
              </a:rPr>
              <a:t>In addition to maintaining or improving the quality of your products, implementing Industry 4.0 allows </a:t>
            </a:r>
            <a:r>
              <a:rPr lang="en-US" sz="1400" dirty="0" smtClean="0">
                <a:solidFill>
                  <a:schemeClr val="accent1">
                    <a:lumMod val="75000"/>
                  </a:schemeClr>
                </a:solidFill>
              </a:rPr>
              <a:t>companies </a:t>
            </a:r>
            <a:r>
              <a:rPr lang="en-US" sz="1400" dirty="0">
                <a:solidFill>
                  <a:schemeClr val="accent1">
                    <a:lumMod val="75000"/>
                  </a:schemeClr>
                </a:solidFill>
              </a:rPr>
              <a:t>to monitor </a:t>
            </a:r>
            <a:r>
              <a:rPr lang="en-US" sz="1400" dirty="0" smtClean="0">
                <a:solidFill>
                  <a:schemeClr val="accent1">
                    <a:lumMod val="75000"/>
                  </a:schemeClr>
                </a:solidFill>
              </a:rPr>
              <a:t>equipment </a:t>
            </a:r>
            <a:r>
              <a:rPr lang="en-US" sz="1400" dirty="0">
                <a:solidFill>
                  <a:schemeClr val="accent1">
                    <a:lumMod val="75000"/>
                  </a:schemeClr>
                </a:solidFill>
              </a:rPr>
              <a:t>in real time. Using wireless sensors and data-analyzing systems enables </a:t>
            </a:r>
            <a:r>
              <a:rPr lang="en-US" sz="1400" dirty="0" smtClean="0">
                <a:solidFill>
                  <a:schemeClr val="accent1">
                    <a:lumMod val="75000"/>
                  </a:schemeClr>
                </a:solidFill>
              </a:rPr>
              <a:t>to </a:t>
            </a:r>
            <a:r>
              <a:rPr lang="en-US" sz="1400" dirty="0">
                <a:solidFill>
                  <a:schemeClr val="accent1">
                    <a:lumMod val="75000"/>
                  </a:schemeClr>
                </a:solidFill>
              </a:rPr>
              <a:t>control every stage of the production process and respond </a:t>
            </a:r>
            <a:r>
              <a:rPr lang="en-US" sz="1400" dirty="0" smtClean="0">
                <a:solidFill>
                  <a:schemeClr val="accent1">
                    <a:lumMod val="75000"/>
                  </a:schemeClr>
                </a:solidFill>
              </a:rPr>
              <a:t>promptly to </a:t>
            </a:r>
            <a:r>
              <a:rPr lang="en-US" sz="1400" dirty="0">
                <a:solidFill>
                  <a:schemeClr val="accent1">
                    <a:lumMod val="75000"/>
                  </a:schemeClr>
                </a:solidFill>
              </a:rPr>
              <a:t>any technical issues that may arise. This also prevents downtime, helps with scheduling machinery maintenance, and boosts productivity</a:t>
            </a:r>
            <a:r>
              <a:rPr lang="en-US" sz="1400" dirty="0" smtClean="0">
                <a:solidFill>
                  <a:schemeClr val="accent1">
                    <a:lumMod val="75000"/>
                  </a:schemeClr>
                </a:solidFill>
              </a:rPr>
              <a:t>.</a:t>
            </a:r>
          </a:p>
          <a:p>
            <a:pPr algn="just"/>
            <a:r>
              <a:rPr lang="en-US" sz="1400" dirty="0">
                <a:solidFill>
                  <a:schemeClr val="accent1">
                    <a:lumMod val="75000"/>
                  </a:schemeClr>
                </a:solidFill>
              </a:rPr>
              <a:t>Industry 4.0 technologies can also be applied in the area of health and safety at work.</a:t>
            </a:r>
            <a:endParaRPr lang="en-US" sz="1400" u="sng" dirty="0" smtClean="0">
              <a:solidFill>
                <a:schemeClr val="accent1">
                  <a:lumMod val="75000"/>
                </a:schemeClr>
              </a:solidFill>
            </a:endParaRPr>
          </a:p>
        </p:txBody>
      </p:sp>
    </p:spTree>
    <p:extLst>
      <p:ext uri="{BB962C8B-B14F-4D97-AF65-F5344CB8AC3E}">
        <p14:creationId xmlns:p14="http://schemas.microsoft.com/office/powerpoint/2010/main" val="468152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148" y="332656"/>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Delivering value across </a:t>
            </a:r>
            <a:r>
              <a:rPr lang="en-US" b="1" dirty="0" smtClean="0">
                <a:solidFill>
                  <a:schemeClr val="accent1">
                    <a:lumMod val="75000"/>
                  </a:schemeClr>
                </a:solidFill>
                <a:latin typeface="Comic Sans MS" panose="030F0702030302020204" pitchFamily="66" charset="0"/>
              </a:rPr>
              <a:t>each </a:t>
            </a:r>
            <a:r>
              <a:rPr lang="en-US" b="1" dirty="0">
                <a:solidFill>
                  <a:schemeClr val="accent1">
                    <a:lumMod val="75000"/>
                  </a:schemeClr>
                </a:solidFill>
                <a:latin typeface="Comic Sans MS" panose="030F0702030302020204" pitchFamily="66" charset="0"/>
              </a:rPr>
              <a:t>area of the factory</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6" name="Rectangle 5"/>
          <p:cNvSpPr/>
          <p:nvPr/>
        </p:nvSpPr>
        <p:spPr>
          <a:xfrm>
            <a:off x="369364" y="1397675"/>
            <a:ext cx="8424935" cy="2031325"/>
          </a:xfrm>
          <a:prstGeom prst="rect">
            <a:avLst/>
          </a:prstGeom>
        </p:spPr>
        <p:txBody>
          <a:bodyPr wrap="square">
            <a:spAutoFit/>
          </a:bodyPr>
          <a:lstStyle/>
          <a:p>
            <a:pPr algn="just"/>
            <a:r>
              <a:rPr lang="en-US" sz="1400" dirty="0" smtClean="0">
                <a:solidFill>
                  <a:schemeClr val="accent1">
                    <a:lumMod val="75000"/>
                  </a:schemeClr>
                </a:solidFill>
              </a:rPr>
              <a:t>The </a:t>
            </a:r>
            <a:r>
              <a:rPr lang="en-US" sz="1400" dirty="0">
                <a:solidFill>
                  <a:schemeClr val="accent1">
                    <a:lumMod val="75000"/>
                  </a:schemeClr>
                </a:solidFill>
              </a:rPr>
              <a:t>digitally enabled factory of today looks very different from the leading factory of ten years ago. Advances in data and analytics, </a:t>
            </a:r>
            <a:r>
              <a:rPr lang="en-US" sz="1400" dirty="0" smtClean="0">
                <a:solidFill>
                  <a:schemeClr val="accent1">
                    <a:lumMod val="75000"/>
                  </a:schemeClr>
                </a:solidFill>
              </a:rPr>
              <a:t>Artificial Intelligence, </a:t>
            </a:r>
            <a:r>
              <a:rPr lang="en-US" sz="1400" dirty="0">
                <a:solidFill>
                  <a:schemeClr val="accent1">
                    <a:lumMod val="75000"/>
                  </a:schemeClr>
                </a:solidFill>
              </a:rPr>
              <a:t>and </a:t>
            </a:r>
            <a:r>
              <a:rPr lang="en-US" sz="1400" dirty="0" smtClean="0">
                <a:solidFill>
                  <a:schemeClr val="accent1">
                    <a:lumMod val="75000"/>
                  </a:schemeClr>
                </a:solidFill>
              </a:rPr>
              <a:t>Machine Learning - and </a:t>
            </a:r>
            <a:r>
              <a:rPr lang="en-US" sz="1400" dirty="0">
                <a:solidFill>
                  <a:schemeClr val="accent1">
                    <a:lumMod val="75000"/>
                  </a:schemeClr>
                </a:solidFill>
              </a:rPr>
              <a:t>the array of technology vendors in the </a:t>
            </a:r>
            <a:r>
              <a:rPr lang="en-US" sz="1400" dirty="0" smtClean="0">
                <a:solidFill>
                  <a:schemeClr val="accent1">
                    <a:lumMod val="75000"/>
                  </a:schemeClr>
                </a:solidFill>
              </a:rPr>
              <a:t>market - mean </a:t>
            </a:r>
            <a:r>
              <a:rPr lang="en-US" sz="1400" dirty="0">
                <a:solidFill>
                  <a:schemeClr val="accent1">
                    <a:lumMod val="75000"/>
                  </a:schemeClr>
                </a:solidFill>
              </a:rPr>
              <a:t>manufacturers can choose from hundreds of potential solutions and tech applications to improve their ways of working</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endParaRPr lang="en-US" sz="1400" dirty="0" smtClean="0">
              <a:solidFill>
                <a:schemeClr val="accent1">
                  <a:lumMod val="75000"/>
                </a:schemeClr>
              </a:solidFill>
            </a:endParaRPr>
          </a:p>
          <a:p>
            <a:pPr algn="just"/>
            <a:endParaRPr lang="en-US" sz="1400" dirty="0">
              <a:solidFill>
                <a:schemeClr val="accent1">
                  <a:lumMod val="75000"/>
                </a:schemeClr>
              </a:solidFill>
            </a:endParaRPr>
          </a:p>
          <a:p>
            <a:pPr algn="ctr"/>
            <a:r>
              <a:rPr lang="en-US" sz="1400" b="1" dirty="0" smtClean="0">
                <a:solidFill>
                  <a:srgbClr val="C00000"/>
                </a:solidFill>
                <a:latin typeface="Comic Sans MS" panose="030F0702030302020204" pitchFamily="66" charset="0"/>
              </a:rPr>
              <a:t>Example areas of value potential in </a:t>
            </a:r>
            <a:r>
              <a:rPr lang="en-US" sz="1400" b="1" dirty="0">
                <a:solidFill>
                  <a:srgbClr val="C00000"/>
                </a:solidFill>
                <a:latin typeface="Comic Sans MS" panose="030F0702030302020204" pitchFamily="66" charset="0"/>
              </a:rPr>
              <a:t>I</a:t>
            </a:r>
            <a:r>
              <a:rPr lang="en-US" sz="1400" b="1" dirty="0" smtClean="0">
                <a:solidFill>
                  <a:srgbClr val="C00000"/>
                </a:solidFill>
                <a:latin typeface="Comic Sans MS" panose="030F0702030302020204" pitchFamily="66" charset="0"/>
              </a:rPr>
              <a:t>ndustry 4.0 (factory network)</a:t>
            </a:r>
            <a:endParaRPr lang="en-US" sz="1400" b="1" dirty="0">
              <a:solidFill>
                <a:srgbClr val="C00000"/>
              </a:solidFill>
              <a:latin typeface="Comic Sans MS" panose="030F0702030302020204" pitchFamily="66" charset="0"/>
            </a:endParaRPr>
          </a:p>
          <a:p>
            <a:pPr algn="just"/>
            <a:endParaRPr lang="en-US" sz="1400" u="sng" dirty="0" smtClean="0">
              <a:solidFill>
                <a:schemeClr val="accent1">
                  <a:lumMod val="75000"/>
                </a:schemeClr>
              </a:solidFil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365" y="3501008"/>
            <a:ext cx="8379100" cy="2909455"/>
          </a:xfrm>
          <a:prstGeom prst="rect">
            <a:avLst/>
          </a:prstGeom>
        </p:spPr>
      </p:pic>
    </p:spTree>
    <p:extLst>
      <p:ext uri="{BB962C8B-B14F-4D97-AF65-F5344CB8AC3E}">
        <p14:creationId xmlns:p14="http://schemas.microsoft.com/office/powerpoint/2010/main" val="2301250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Value potential of Industry 4.0</a:t>
            </a:r>
            <a:endParaRPr lang="en-US"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6" name="Rectangle 5"/>
          <p:cNvSpPr/>
          <p:nvPr/>
        </p:nvSpPr>
        <p:spPr>
          <a:xfrm>
            <a:off x="2267744" y="3199035"/>
            <a:ext cx="4843264" cy="2462213"/>
          </a:xfrm>
          <a:prstGeom prst="rect">
            <a:avLst/>
          </a:prstGeom>
        </p:spPr>
        <p:txBody>
          <a:bodyPr wrap="square">
            <a:spAutoFit/>
          </a:bodyPr>
          <a:lstStyle/>
          <a:p>
            <a:pPr algn="just"/>
            <a:endParaRPr lang="en-US" sz="1400" b="1" dirty="0" smtClean="0">
              <a:solidFill>
                <a:srgbClr val="C00000"/>
              </a:solidFill>
              <a:latin typeface="Comic Sans MS" panose="030F0702030302020204" pitchFamily="66" charset="0"/>
            </a:endParaRPr>
          </a:p>
          <a:p>
            <a:pPr algn="just">
              <a:lnSpc>
                <a:spcPct val="150000"/>
              </a:lnSpc>
            </a:pPr>
            <a:r>
              <a:rPr lang="en-US" sz="1400" b="1" dirty="0" smtClean="0">
                <a:solidFill>
                  <a:schemeClr val="accent1">
                    <a:lumMod val="75000"/>
                  </a:schemeClr>
                </a:solidFill>
                <a:latin typeface="Comic Sans MS" panose="030F0702030302020204" pitchFamily="66" charset="0"/>
              </a:rPr>
              <a:t>(15 – 20)%</a:t>
            </a:r>
            <a:r>
              <a:rPr lang="en-US" sz="1400" dirty="0" smtClean="0">
                <a:solidFill>
                  <a:schemeClr val="accent1">
                    <a:lumMod val="75000"/>
                  </a:schemeClr>
                </a:solidFill>
              </a:rPr>
              <a:t>	Inventory holding cost reduction</a:t>
            </a:r>
          </a:p>
          <a:p>
            <a:pPr algn="just">
              <a:lnSpc>
                <a:spcPct val="150000"/>
              </a:lnSpc>
            </a:pPr>
            <a:r>
              <a:rPr lang="en-US" sz="1400" b="1" dirty="0" smtClean="0">
                <a:solidFill>
                  <a:schemeClr val="accent1">
                    <a:lumMod val="75000"/>
                  </a:schemeClr>
                </a:solidFill>
                <a:latin typeface="Comic Sans MS" panose="030F0702030302020204" pitchFamily="66" charset="0"/>
              </a:rPr>
              <a:t>(15 – 30)%</a:t>
            </a:r>
            <a:r>
              <a:rPr lang="en-US" sz="1400" dirty="0" smtClean="0">
                <a:solidFill>
                  <a:schemeClr val="accent1">
                    <a:lumMod val="75000"/>
                  </a:schemeClr>
                </a:solidFill>
              </a:rPr>
              <a:t>	Labor productivity increase</a:t>
            </a:r>
          </a:p>
          <a:p>
            <a:pPr algn="just">
              <a:lnSpc>
                <a:spcPct val="150000"/>
              </a:lnSpc>
            </a:pPr>
            <a:r>
              <a:rPr lang="en-US" sz="1400" b="1" dirty="0" smtClean="0">
                <a:solidFill>
                  <a:schemeClr val="accent1">
                    <a:lumMod val="75000"/>
                  </a:schemeClr>
                </a:solidFill>
                <a:latin typeface="Comic Sans MS" panose="030F0702030302020204" pitchFamily="66" charset="0"/>
              </a:rPr>
              <a:t>(30 – 50)%</a:t>
            </a:r>
            <a:r>
              <a:rPr lang="en-US" sz="1400" dirty="0" smtClean="0">
                <a:solidFill>
                  <a:schemeClr val="accent1">
                    <a:lumMod val="75000"/>
                  </a:schemeClr>
                </a:solidFill>
              </a:rPr>
              <a:t>	Machine downtime reduction</a:t>
            </a:r>
          </a:p>
          <a:p>
            <a:pPr algn="just">
              <a:lnSpc>
                <a:spcPct val="150000"/>
              </a:lnSpc>
            </a:pPr>
            <a:r>
              <a:rPr lang="en-US" sz="1400" b="1" dirty="0" smtClean="0">
                <a:solidFill>
                  <a:schemeClr val="accent1">
                    <a:lumMod val="75000"/>
                  </a:schemeClr>
                </a:solidFill>
                <a:latin typeface="Comic Sans MS" panose="030F0702030302020204" pitchFamily="66" charset="0"/>
              </a:rPr>
              <a:t>(10 – 30)% 	</a:t>
            </a:r>
            <a:r>
              <a:rPr lang="en-US" sz="1400" dirty="0" smtClean="0">
                <a:solidFill>
                  <a:schemeClr val="accent1">
                    <a:lumMod val="75000"/>
                  </a:schemeClr>
                </a:solidFill>
              </a:rPr>
              <a:t>Throughput increase</a:t>
            </a:r>
          </a:p>
          <a:p>
            <a:pPr algn="just">
              <a:lnSpc>
                <a:spcPct val="150000"/>
              </a:lnSpc>
            </a:pPr>
            <a:r>
              <a:rPr lang="en-US" sz="1400" b="1" dirty="0" smtClean="0">
                <a:solidFill>
                  <a:schemeClr val="accent1">
                    <a:lumMod val="75000"/>
                  </a:schemeClr>
                </a:solidFill>
                <a:latin typeface="Comic Sans MS" panose="030F0702030302020204" pitchFamily="66" charset="0"/>
              </a:rPr>
              <a:t>~ 85%</a:t>
            </a:r>
            <a:r>
              <a:rPr lang="en-US" sz="1400" dirty="0" smtClean="0">
                <a:solidFill>
                  <a:schemeClr val="accent1">
                    <a:lumMod val="75000"/>
                  </a:schemeClr>
                </a:solidFill>
              </a:rPr>
              <a:t>		Forecasting accuracy improvement</a:t>
            </a:r>
          </a:p>
          <a:p>
            <a:pPr algn="just">
              <a:lnSpc>
                <a:spcPct val="150000"/>
              </a:lnSpc>
            </a:pPr>
            <a:r>
              <a:rPr lang="en-US" sz="1400" b="1" dirty="0" smtClean="0">
                <a:solidFill>
                  <a:schemeClr val="accent1">
                    <a:lumMod val="75000"/>
                  </a:schemeClr>
                </a:solidFill>
                <a:latin typeface="Comic Sans MS" panose="030F0702030302020204" pitchFamily="66" charset="0"/>
              </a:rPr>
              <a:t>(10 – 20)%</a:t>
            </a:r>
            <a:r>
              <a:rPr lang="en-US" sz="1400" dirty="0" smtClean="0">
                <a:solidFill>
                  <a:schemeClr val="accent1">
                    <a:lumMod val="75000"/>
                  </a:schemeClr>
                </a:solidFill>
              </a:rPr>
              <a:t>	Cost-of-quality improvement</a:t>
            </a:r>
          </a:p>
          <a:p>
            <a:pPr algn="just"/>
            <a:endParaRPr lang="en-US" sz="1400" dirty="0">
              <a:solidFill>
                <a:schemeClr val="accent1">
                  <a:lumMod val="75000"/>
                </a:schemeClr>
              </a:solidFill>
            </a:endParaRPr>
          </a:p>
        </p:txBody>
      </p:sp>
      <p:sp>
        <p:nvSpPr>
          <p:cNvPr id="7" name="Rectangle 6"/>
          <p:cNvSpPr/>
          <p:nvPr/>
        </p:nvSpPr>
        <p:spPr>
          <a:xfrm>
            <a:off x="369364" y="1541110"/>
            <a:ext cx="8424935" cy="2031325"/>
          </a:xfrm>
          <a:prstGeom prst="rect">
            <a:avLst/>
          </a:prstGeom>
        </p:spPr>
        <p:txBody>
          <a:bodyPr wrap="square">
            <a:spAutoFit/>
          </a:bodyPr>
          <a:lstStyle/>
          <a:p>
            <a:pPr algn="just"/>
            <a:r>
              <a:rPr lang="en-US" sz="1400" dirty="0" smtClean="0">
                <a:solidFill>
                  <a:schemeClr val="accent1">
                    <a:lumMod val="75000"/>
                  </a:schemeClr>
                </a:solidFill>
              </a:rPr>
              <a:t>Implemented </a:t>
            </a:r>
            <a:r>
              <a:rPr lang="en-US" sz="1400" dirty="0">
                <a:solidFill>
                  <a:schemeClr val="accent1">
                    <a:lumMod val="75000"/>
                  </a:schemeClr>
                </a:solidFill>
              </a:rPr>
              <a:t>successfully, </a:t>
            </a:r>
            <a:r>
              <a:rPr lang="en-US" sz="1400" dirty="0" smtClean="0">
                <a:solidFill>
                  <a:schemeClr val="accent1">
                    <a:lumMod val="75000"/>
                  </a:schemeClr>
                </a:solidFill>
              </a:rPr>
              <a:t>the digital transforming solutions </a:t>
            </a:r>
            <a:r>
              <a:rPr lang="en-US" sz="1400" dirty="0">
                <a:solidFill>
                  <a:schemeClr val="accent1">
                    <a:lumMod val="75000"/>
                  </a:schemeClr>
                </a:solidFill>
              </a:rPr>
              <a:t>deliver </a:t>
            </a:r>
            <a:r>
              <a:rPr lang="en-US" sz="1400" dirty="0" smtClean="0">
                <a:solidFill>
                  <a:schemeClr val="accent1">
                    <a:lumMod val="75000"/>
                  </a:schemeClr>
                </a:solidFill>
              </a:rPr>
              <a:t>notable </a:t>
            </a:r>
            <a:r>
              <a:rPr lang="en-US" sz="1400" dirty="0">
                <a:solidFill>
                  <a:schemeClr val="accent1">
                    <a:lumMod val="75000"/>
                  </a:schemeClr>
                </a:solidFill>
              </a:rPr>
              <a:t>returns. Across a wide range of sectors, it is not uncommon to see </a:t>
            </a:r>
            <a:r>
              <a:rPr lang="en-US" sz="1400" dirty="0" smtClean="0">
                <a:solidFill>
                  <a:schemeClr val="accent1">
                    <a:lumMod val="75000"/>
                  </a:schemeClr>
                </a:solidFill>
              </a:rPr>
              <a:t>30-50% </a:t>
            </a:r>
            <a:r>
              <a:rPr lang="en-US" sz="1400" dirty="0">
                <a:solidFill>
                  <a:schemeClr val="accent1">
                    <a:lumMod val="75000"/>
                  </a:schemeClr>
                </a:solidFill>
              </a:rPr>
              <a:t>reductions in machine downtime, </a:t>
            </a:r>
            <a:r>
              <a:rPr lang="en-US" sz="1400" dirty="0" smtClean="0">
                <a:solidFill>
                  <a:schemeClr val="accent1">
                    <a:lumMod val="75000"/>
                  </a:schemeClr>
                </a:solidFill>
              </a:rPr>
              <a:t>10-30% </a:t>
            </a:r>
            <a:r>
              <a:rPr lang="en-US" sz="1400" dirty="0">
                <a:solidFill>
                  <a:schemeClr val="accent1">
                    <a:lumMod val="75000"/>
                  </a:schemeClr>
                </a:solidFill>
              </a:rPr>
              <a:t>increases in throughput, </a:t>
            </a:r>
            <a:r>
              <a:rPr lang="en-US" sz="1400" dirty="0" smtClean="0">
                <a:solidFill>
                  <a:schemeClr val="accent1">
                    <a:lumMod val="75000"/>
                  </a:schemeClr>
                </a:solidFill>
              </a:rPr>
              <a:t>15-30% </a:t>
            </a:r>
            <a:r>
              <a:rPr lang="en-US" sz="1400" dirty="0">
                <a:solidFill>
                  <a:schemeClr val="accent1">
                    <a:lumMod val="75000"/>
                  </a:schemeClr>
                </a:solidFill>
              </a:rPr>
              <a:t>improvements in labor productivity, and </a:t>
            </a:r>
            <a:r>
              <a:rPr lang="en-US" sz="1400" dirty="0" smtClean="0">
                <a:solidFill>
                  <a:schemeClr val="accent1">
                    <a:lumMod val="75000"/>
                  </a:schemeClr>
                </a:solidFill>
              </a:rPr>
              <a:t>85% </a:t>
            </a:r>
            <a:r>
              <a:rPr lang="en-US" sz="1400" dirty="0">
                <a:solidFill>
                  <a:schemeClr val="accent1">
                    <a:lumMod val="75000"/>
                  </a:schemeClr>
                </a:solidFill>
              </a:rPr>
              <a:t>more accurate </a:t>
            </a:r>
            <a:r>
              <a:rPr lang="en-US" sz="1400" dirty="0" smtClean="0">
                <a:solidFill>
                  <a:schemeClr val="accent1">
                    <a:lumMod val="75000"/>
                  </a:schemeClr>
                </a:solidFill>
              </a:rPr>
              <a:t>forecasting accurate </a:t>
            </a:r>
            <a:r>
              <a:rPr lang="en-US" sz="1400" dirty="0">
                <a:solidFill>
                  <a:schemeClr val="accent1">
                    <a:lumMod val="75000"/>
                  </a:schemeClr>
                </a:solidFill>
              </a:rPr>
              <a:t>operational knowledge, but it also gives it to them at </a:t>
            </a:r>
            <a:r>
              <a:rPr lang="en-US" sz="1400" dirty="0" smtClean="0">
                <a:solidFill>
                  <a:schemeClr val="accent1">
                    <a:lumMod val="75000"/>
                  </a:schemeClr>
                </a:solidFill>
              </a:rPr>
              <a:t>intense </a:t>
            </a:r>
            <a:r>
              <a:rPr lang="en-US" sz="1400" dirty="0">
                <a:solidFill>
                  <a:schemeClr val="accent1">
                    <a:lumMod val="75000"/>
                  </a:schemeClr>
                </a:solidFill>
              </a:rPr>
              <a:t>speeds, even down to the second</a:t>
            </a:r>
            <a:r>
              <a:rPr lang="en-US" sz="1400" dirty="0" smtClean="0">
                <a:solidFill>
                  <a:schemeClr val="accent1">
                    <a:lumMod val="75000"/>
                  </a:schemeClr>
                </a:solidFill>
              </a:rPr>
              <a:t>.</a:t>
            </a:r>
          </a:p>
          <a:p>
            <a:pPr algn="just"/>
            <a:endParaRPr lang="en-US" sz="1400" dirty="0" smtClean="0">
              <a:solidFill>
                <a:schemeClr val="accent1">
                  <a:lumMod val="75000"/>
                </a:schemeClr>
              </a:solidFill>
            </a:endParaRPr>
          </a:p>
          <a:p>
            <a:pPr algn="just"/>
            <a:endParaRPr lang="en-US" sz="1400" dirty="0" smtClean="0">
              <a:solidFill>
                <a:schemeClr val="accent1">
                  <a:lumMod val="75000"/>
                </a:schemeClr>
              </a:solidFill>
            </a:endParaRPr>
          </a:p>
          <a:p>
            <a:pPr algn="just"/>
            <a:endParaRPr lang="en-US" sz="1400" dirty="0">
              <a:solidFill>
                <a:schemeClr val="accent1">
                  <a:lumMod val="75000"/>
                </a:schemeClr>
              </a:solidFill>
            </a:endParaRPr>
          </a:p>
          <a:p>
            <a:pPr algn="ctr"/>
            <a:r>
              <a:rPr lang="en-US" sz="1400" b="1" dirty="0" smtClean="0">
                <a:solidFill>
                  <a:srgbClr val="C00000"/>
                </a:solidFill>
                <a:latin typeface="Comic Sans MS" panose="030F0702030302020204" pitchFamily="66" charset="0"/>
              </a:rPr>
              <a:t>Value potential</a:t>
            </a:r>
            <a:endParaRPr lang="en-US" sz="1400" b="1" dirty="0">
              <a:solidFill>
                <a:srgbClr val="C00000"/>
              </a:solidFill>
              <a:latin typeface="Comic Sans MS" panose="030F0702030302020204" pitchFamily="66" charset="0"/>
            </a:endParaRPr>
          </a:p>
          <a:p>
            <a:pPr algn="just"/>
            <a:endParaRPr lang="en-US" sz="1400" u="sng" dirty="0" smtClean="0">
              <a:solidFill>
                <a:schemeClr val="accent1">
                  <a:lumMod val="75000"/>
                </a:schemeClr>
              </a:solidFill>
            </a:endParaRPr>
          </a:p>
        </p:txBody>
      </p:sp>
    </p:spTree>
    <p:extLst>
      <p:ext uri="{BB962C8B-B14F-4D97-AF65-F5344CB8AC3E}">
        <p14:creationId xmlns:p14="http://schemas.microsoft.com/office/powerpoint/2010/main" val="28141337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51520" y="298661"/>
            <a:ext cx="8153400" cy="990600"/>
          </a:xfrm>
        </p:spPr>
        <p:txBody>
          <a:bodyPr/>
          <a:lstStyle/>
          <a:p>
            <a:r>
              <a:rPr lang="en-US" sz="1800" dirty="0">
                <a:latin typeface="Comic Sans MS" panose="030F0702030302020204" pitchFamily="66" charset="0"/>
              </a:rPr>
              <a:t>What technologies are driving Industry 4.0?</a:t>
            </a:r>
            <a:endParaRPr lang="en-US" altLang="en-US" b="0" dirty="0" smtClean="0"/>
          </a:p>
        </p:txBody>
      </p:sp>
      <p:graphicFrame>
        <p:nvGraphicFramePr>
          <p:cNvPr id="6" name="Diagram 7"/>
          <p:cNvGraphicFramePr/>
          <p:nvPr>
            <p:extLst>
              <p:ext uri="{D42A27DB-BD31-4B8C-83A1-F6EECF244321}">
                <p14:modId xmlns:p14="http://schemas.microsoft.com/office/powerpoint/2010/main" val="3479450979"/>
              </p:ext>
            </p:extLst>
          </p:nvPr>
        </p:nvGraphicFramePr>
        <p:xfrm>
          <a:off x="0" y="2276872"/>
          <a:ext cx="9180512"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p:cNvSpPr/>
          <p:nvPr/>
        </p:nvSpPr>
        <p:spPr>
          <a:xfrm>
            <a:off x="356624" y="1124744"/>
            <a:ext cx="8352928" cy="738664"/>
          </a:xfrm>
          <a:prstGeom prst="rect">
            <a:avLst/>
          </a:prstGeom>
        </p:spPr>
        <p:txBody>
          <a:bodyPr wrap="square">
            <a:spAutoFit/>
          </a:bodyPr>
          <a:lstStyle/>
          <a:p>
            <a:pPr algn="just"/>
            <a:r>
              <a:rPr lang="en-US" sz="1400" dirty="0">
                <a:solidFill>
                  <a:schemeClr val="accent1">
                    <a:lumMod val="75000"/>
                  </a:schemeClr>
                </a:solidFill>
              </a:rPr>
              <a:t>There are several technologies that form the foundation of Industry 4.0 and bring physical and digital solutions together. These solutions are already being used separately by some businesses, but using them together can help you achieve the full potential of Industry 4.0. </a:t>
            </a:r>
          </a:p>
        </p:txBody>
      </p:sp>
    </p:spTree>
    <p:extLst>
      <p:ext uri="{BB962C8B-B14F-4D97-AF65-F5344CB8AC3E}">
        <p14:creationId xmlns:p14="http://schemas.microsoft.com/office/powerpoint/2010/main" val="23133574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Robotic Process Automation - </a:t>
            </a:r>
            <a:r>
              <a:rPr lang="en-US" b="1" dirty="0" smtClean="0">
                <a:solidFill>
                  <a:schemeClr val="accent1">
                    <a:lumMod val="75000"/>
                  </a:schemeClr>
                </a:solidFill>
                <a:latin typeface="Comic Sans MS" panose="030F0702030302020204" pitchFamily="66" charset="0"/>
              </a:rPr>
              <a:t>RPA</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23528" y="1268760"/>
            <a:ext cx="8424935" cy="954107"/>
          </a:xfrm>
          <a:prstGeom prst="rect">
            <a:avLst/>
          </a:prstGeom>
        </p:spPr>
        <p:txBody>
          <a:bodyPr wrap="square">
            <a:spAutoFit/>
          </a:bodyPr>
          <a:lstStyle/>
          <a:p>
            <a:pPr algn="just"/>
            <a:r>
              <a:rPr lang="en-US" sz="1400" dirty="0" smtClean="0">
                <a:solidFill>
                  <a:schemeClr val="accent1">
                    <a:lumMod val="75000"/>
                  </a:schemeClr>
                </a:solidFill>
              </a:rPr>
              <a:t>Robotic Process Automation (RPA) </a:t>
            </a:r>
            <a:r>
              <a:rPr lang="en-US" sz="1400" dirty="0">
                <a:solidFill>
                  <a:schemeClr val="accent1">
                    <a:lumMod val="75000"/>
                  </a:schemeClr>
                </a:solidFill>
              </a:rPr>
              <a:t>is the transformation and automation of business processes. RPA changes the approach to the performance of repetitive tasks related to manual data entry and </a:t>
            </a:r>
            <a:r>
              <a:rPr lang="en-US" sz="1400" dirty="0" smtClean="0">
                <a:solidFill>
                  <a:schemeClr val="accent1">
                    <a:lumMod val="75000"/>
                  </a:schemeClr>
                </a:solidFill>
              </a:rPr>
              <a:t>processing. RPA has become one of the most efficient ways towards process optimization.</a:t>
            </a:r>
          </a:p>
          <a:p>
            <a:pPr algn="just"/>
            <a:endParaRPr lang="en-US" sz="1400" u="sng"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graphicFrame>
        <p:nvGraphicFramePr>
          <p:cNvPr id="5" name="Diagram 4">
            <a:extLst>
              <a:ext uri="{FF2B5EF4-FFF2-40B4-BE49-F238E27FC236}">
                <a16:creationId xmlns:a16="http://schemas.microsoft.com/office/drawing/2014/main" id="{A154ACC2-4551-4A40-90E2-39B37956E31A}"/>
              </a:ext>
            </a:extLst>
          </p:cNvPr>
          <p:cNvGraphicFramePr/>
          <p:nvPr>
            <p:extLst>
              <p:ext uri="{D42A27DB-BD31-4B8C-83A1-F6EECF244321}">
                <p14:modId xmlns:p14="http://schemas.microsoft.com/office/powerpoint/2010/main" val="3570816282"/>
              </p:ext>
            </p:extLst>
          </p:nvPr>
        </p:nvGraphicFramePr>
        <p:xfrm>
          <a:off x="179512" y="2132856"/>
          <a:ext cx="6679226" cy="39604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7" name="Straight Arrow Connector 6"/>
          <p:cNvCxnSpPr/>
          <p:nvPr/>
        </p:nvCxnSpPr>
        <p:spPr>
          <a:xfrm flipH="1">
            <a:off x="2326731" y="4005064"/>
            <a:ext cx="792088"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060041" y="3933056"/>
            <a:ext cx="570946" cy="1"/>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3158481" y="4149080"/>
            <a:ext cx="333399" cy="481768"/>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3714556" y="3284984"/>
            <a:ext cx="281380" cy="36185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2830787" y="3573016"/>
            <a:ext cx="1440160" cy="886238"/>
            <a:chOff x="4595494" y="1203643"/>
            <a:chExt cx="1995914" cy="1215281"/>
          </a:xfrm>
          <a:solidFill>
            <a:schemeClr val="bg1">
              <a:lumMod val="85000"/>
            </a:schemeClr>
          </a:solidFill>
          <a:effectLst>
            <a:outerShdw blurRad="50800" dist="38100" dir="5400000" algn="t" rotWithShape="0">
              <a:prstClr val="black">
                <a:alpha val="40000"/>
              </a:prstClr>
            </a:outerShdw>
          </a:effectLst>
        </p:grpSpPr>
        <p:sp>
          <p:nvSpPr>
            <p:cNvPr id="16" name="Oval 15"/>
            <p:cNvSpPr/>
            <p:nvPr/>
          </p:nvSpPr>
          <p:spPr>
            <a:xfrm>
              <a:off x="4595494" y="1203643"/>
              <a:ext cx="1995914" cy="1215281"/>
            </a:xfrm>
            <a:prstGeom prst="ellipse">
              <a:avLst/>
            </a:prstGeom>
            <a:grpFill/>
            <a:ln>
              <a:noFill/>
            </a:ln>
          </p:spPr>
          <p:style>
            <a:lnRef idx="0">
              <a:scrgbClr r="0" g="0" b="0"/>
            </a:lnRef>
            <a:fillRef idx="3">
              <a:scrgbClr r="0" g="0" b="0"/>
            </a:fillRef>
            <a:effectRef idx="0">
              <a:schemeClr val="accent2">
                <a:alpha val="50000"/>
                <a:hueOff val="0"/>
                <a:satOff val="0"/>
                <a:lumOff val="0"/>
                <a:alphaOff val="0"/>
              </a:schemeClr>
            </a:effectRef>
            <a:fontRef idx="minor">
              <a:schemeClr val="tx1"/>
            </a:fontRef>
          </p:style>
        </p:sp>
        <p:sp>
          <p:nvSpPr>
            <p:cNvPr id="17" name="Oval 4"/>
            <p:cNvSpPr txBox="1"/>
            <p:nvPr/>
          </p:nvSpPr>
          <p:spPr>
            <a:xfrm>
              <a:off x="4887789" y="1381617"/>
              <a:ext cx="1411324" cy="859333"/>
            </a:xfrm>
            <a:prstGeom prst="rect">
              <a:avLst/>
            </a:prstGeom>
            <a:grpFill/>
            <a:ln>
              <a:noFill/>
            </a:ln>
          </p:spPr>
          <p:style>
            <a:lnRef idx="0">
              <a:scrgbClr r="0" g="0" b="0"/>
            </a:lnRef>
            <a:fillRef idx="0">
              <a:scrgbClr r="0" g="0" b="0"/>
            </a:fillRef>
            <a:effectRef idx="0">
              <a:scrgbClr r="0" g="0" b="0"/>
            </a:effectRef>
            <a:fontRef idx="minor">
              <a:schemeClr val="tx1"/>
            </a:fontRef>
          </p:style>
          <p:txBody>
            <a:bodyPr spcFirstLastPara="0" vert="horz" wrap="square" lIns="17780" tIns="17780" rIns="17780" bIns="17780" numCol="1" spcCol="1270" anchor="ctr" anchorCtr="0">
              <a:noAutofit/>
            </a:bodyPr>
            <a:lstStyle/>
            <a:p>
              <a:pPr lvl="0" algn="ctr"/>
              <a:r>
                <a:rPr lang="en-US" b="1" dirty="0">
                  <a:solidFill>
                    <a:schemeClr val="accent1">
                      <a:lumMod val="75000"/>
                    </a:schemeClr>
                  </a:solidFill>
                  <a:latin typeface="Comic Sans MS" panose="030F0702030302020204" pitchFamily="66" charset="0"/>
                </a:rPr>
                <a:t>RPA</a:t>
              </a:r>
            </a:p>
          </p:txBody>
        </p:sp>
      </p:grpSp>
      <p:sp>
        <p:nvSpPr>
          <p:cNvPr id="24" name="Rectangle 23"/>
          <p:cNvSpPr/>
          <p:nvPr/>
        </p:nvSpPr>
        <p:spPr>
          <a:xfrm>
            <a:off x="3707904" y="5494873"/>
            <a:ext cx="5410295" cy="1246495"/>
          </a:xfrm>
          <a:prstGeom prst="rect">
            <a:avLst/>
          </a:prstGeom>
        </p:spPr>
        <p:txBody>
          <a:bodyPr wrap="square">
            <a:spAutoFit/>
          </a:bodyPr>
          <a:lstStyle/>
          <a:p>
            <a:pPr>
              <a:spcAft>
                <a:spcPts val="600"/>
              </a:spcAft>
            </a:pPr>
            <a:r>
              <a:rPr lang="en-US" sz="1400" dirty="0" smtClean="0">
                <a:solidFill>
                  <a:srgbClr val="C00000"/>
                </a:solidFill>
                <a:latin typeface="Comic Sans MS" panose="030F0702030302020204" pitchFamily="66" charset="0"/>
              </a:rPr>
              <a:t>Benefits of RPA for business </a:t>
            </a:r>
          </a:p>
          <a:p>
            <a:pPr marL="285750" indent="-285750">
              <a:buFont typeface="Arial" panose="020B0604020202020204" pitchFamily="34" charset="0"/>
              <a:buChar char="•"/>
            </a:pPr>
            <a:r>
              <a:rPr lang="en-US" sz="1400" dirty="0" smtClean="0">
                <a:solidFill>
                  <a:schemeClr val="accent1">
                    <a:lumMod val="75000"/>
                  </a:schemeClr>
                </a:solidFill>
              </a:rPr>
              <a:t>I</a:t>
            </a:r>
            <a:r>
              <a:rPr lang="en-US" sz="1400" dirty="0" smtClean="0">
                <a:solidFill>
                  <a:schemeClr val="accent1">
                    <a:lumMod val="75000"/>
                  </a:schemeClr>
                </a:solidFill>
                <a:cs typeface="Calibri" pitchFamily="34" charset="0"/>
              </a:rPr>
              <a:t>ncreases </a:t>
            </a:r>
            <a:r>
              <a:rPr lang="en-US" sz="1400" dirty="0">
                <a:solidFill>
                  <a:schemeClr val="accent1">
                    <a:lumMod val="75000"/>
                  </a:schemeClr>
                </a:solidFill>
                <a:cs typeface="Calibri" pitchFamily="34" charset="0"/>
              </a:rPr>
              <a:t>scalability and flexibility of business processes</a:t>
            </a: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RPA tools can work 24/7 </a:t>
            </a: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One software robot can do the work of 3-5 </a:t>
            </a:r>
            <a:r>
              <a:rPr lang="en-US" sz="1400" dirty="0" smtClean="0">
                <a:solidFill>
                  <a:schemeClr val="accent1">
                    <a:lumMod val="75000"/>
                  </a:schemeClr>
                </a:solidFill>
                <a:cs typeface="Calibri" pitchFamily="34" charset="0"/>
              </a:rPr>
              <a:t>full-time equivalent</a:t>
            </a:r>
          </a:p>
          <a:p>
            <a:pPr marL="83250" indent="-285750" defTabSz="685800">
              <a:spcBef>
                <a:spcPts val="0"/>
              </a:spcBef>
              <a:buSzTx/>
              <a:buFont typeface="Arial" panose="020B0604020202020204" pitchFamily="34" charset="0"/>
              <a:buChar char="•"/>
              <a:defRPr/>
            </a:pPr>
            <a:r>
              <a:rPr lang="en-US" sz="1400" dirty="0" smtClean="0">
                <a:solidFill>
                  <a:schemeClr val="accent1">
                    <a:lumMod val="75000"/>
                  </a:schemeClr>
                </a:solidFill>
                <a:cs typeface="Calibri" pitchFamily="34" charset="0"/>
              </a:rPr>
              <a:t>RPA </a:t>
            </a:r>
            <a:r>
              <a:rPr lang="en-US" sz="1400" dirty="0">
                <a:solidFill>
                  <a:schemeClr val="accent1">
                    <a:lumMod val="75000"/>
                  </a:schemeClr>
                </a:solidFill>
                <a:cs typeface="Calibri" pitchFamily="34" charset="0"/>
              </a:rPr>
              <a:t>allows achieving 40-80% cost </a:t>
            </a:r>
            <a:r>
              <a:rPr lang="en-US" sz="1400" dirty="0" smtClean="0">
                <a:solidFill>
                  <a:schemeClr val="accent1">
                    <a:lumMod val="75000"/>
                  </a:schemeClr>
                </a:solidFill>
                <a:cs typeface="Calibri" pitchFamily="34" charset="0"/>
              </a:rPr>
              <a:t>savings</a:t>
            </a:r>
            <a:endParaRPr lang="en-US" sz="1400" b="1" u="sng" dirty="0">
              <a:solidFill>
                <a:schemeClr val="accent1">
                  <a:lumMod val="75000"/>
                </a:schemeClr>
              </a:solidFill>
            </a:endParaRPr>
          </a:p>
        </p:txBody>
      </p:sp>
    </p:spTree>
    <p:extLst>
      <p:ext uri="{BB962C8B-B14F-4D97-AF65-F5344CB8AC3E}">
        <p14:creationId xmlns:p14="http://schemas.microsoft.com/office/powerpoint/2010/main" val="2403552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RPA</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23528" y="1556792"/>
            <a:ext cx="8424935" cy="3539430"/>
          </a:xfrm>
          <a:prstGeom prst="rect">
            <a:avLst/>
          </a:prstGeom>
        </p:spPr>
        <p:txBody>
          <a:bodyPr wrap="square">
            <a:spAutoFit/>
          </a:bodyPr>
          <a:lstStyle/>
          <a:p>
            <a:pPr algn="just"/>
            <a:r>
              <a:rPr lang="en-US" sz="1400" dirty="0" smtClean="0">
                <a:solidFill>
                  <a:schemeClr val="accent1">
                    <a:lumMod val="75000"/>
                  </a:schemeClr>
                </a:solidFill>
              </a:rPr>
              <a:t>Robotic </a:t>
            </a:r>
            <a:r>
              <a:rPr lang="en-US" sz="1400" dirty="0">
                <a:solidFill>
                  <a:schemeClr val="accent1">
                    <a:lumMod val="75000"/>
                  </a:schemeClr>
                </a:solidFill>
              </a:rPr>
              <a:t>Process </a:t>
            </a:r>
            <a:r>
              <a:rPr lang="en-US" sz="1400" dirty="0" smtClean="0">
                <a:solidFill>
                  <a:schemeClr val="accent1">
                    <a:lumMod val="75000"/>
                  </a:schemeClr>
                </a:solidFill>
              </a:rPr>
              <a:t>Automation </a:t>
            </a:r>
            <a:r>
              <a:rPr lang="en-US" sz="1400" dirty="0">
                <a:solidFill>
                  <a:schemeClr val="accent1">
                    <a:lumMod val="75000"/>
                  </a:schemeClr>
                </a:solidFill>
              </a:rPr>
              <a:t>is software automation technology that is programmable by users to accomplish business tasks. It uses bots to automate routine tasks within software applications normally performed by a company’s employees. These products are used to save time and eliminate the need for human employees to conduct time-consuming, repetitive, and tedious tasks</a:t>
            </a:r>
            <a:r>
              <a:rPr lang="en-US" sz="1400" dirty="0" smtClean="0">
                <a:solidFill>
                  <a:schemeClr val="accent1">
                    <a:lumMod val="75000"/>
                  </a:schemeClr>
                </a:solidFill>
              </a:rPr>
              <a:t>.</a:t>
            </a:r>
          </a:p>
          <a:p>
            <a:pPr algn="just"/>
            <a:endParaRPr lang="en-US" sz="1400" dirty="0" smtClean="0">
              <a:solidFill>
                <a:schemeClr val="accent1">
                  <a:lumMod val="75000"/>
                </a:schemeClr>
              </a:solidFill>
            </a:endParaRPr>
          </a:p>
          <a:p>
            <a:pPr algn="just"/>
            <a:r>
              <a:rPr lang="en-US" sz="1400" dirty="0">
                <a:solidFill>
                  <a:schemeClr val="accent1">
                    <a:lumMod val="75000"/>
                  </a:schemeClr>
                </a:solidFill>
              </a:rPr>
              <a:t>The rise of Business Process Management in the 90s brought in multiple significant automation technologies. These technologies have enabled the automation of business processes and were called Business Process Automation (BPA). Robotic Process Automation is considered an emerging field within BPA and continues to be a driving force </a:t>
            </a:r>
            <a:r>
              <a:rPr lang="en-US" sz="1400" dirty="0" smtClean="0">
                <a:solidFill>
                  <a:schemeClr val="accent1">
                    <a:lumMod val="75000"/>
                  </a:schemeClr>
                </a:solidFill>
              </a:rPr>
              <a:t>of Business Process Modeling</a:t>
            </a:r>
            <a:r>
              <a:rPr lang="en-US" sz="1400" dirty="0">
                <a:solidFill>
                  <a:schemeClr val="accent1">
                    <a:lumMod val="75000"/>
                  </a:schemeClr>
                </a:solidFill>
              </a:rPr>
              <a:t> (BPM).  </a:t>
            </a:r>
            <a:endParaRPr lang="en-US" sz="1400" dirty="0" smtClean="0">
              <a:solidFill>
                <a:schemeClr val="accent1">
                  <a:lumMod val="75000"/>
                </a:schemeClr>
              </a:solidFill>
            </a:endParaRPr>
          </a:p>
          <a:p>
            <a:pPr algn="just"/>
            <a:endParaRPr lang="en-US" sz="1400" dirty="0" smtClean="0">
              <a:solidFill>
                <a:schemeClr val="accent1">
                  <a:lumMod val="75000"/>
                </a:schemeClr>
              </a:solidFill>
            </a:endParaRPr>
          </a:p>
          <a:p>
            <a:pPr algn="just"/>
            <a:r>
              <a:rPr lang="en-US" sz="1400" dirty="0">
                <a:solidFill>
                  <a:schemeClr val="accent1">
                    <a:lumMod val="75000"/>
                  </a:schemeClr>
                </a:solidFill>
              </a:rPr>
              <a:t>Initially, RPA was established to reduce costs in Business Process Outsourcing by automating manual tasks and repetitive processes. Quickly it was applied to Shared Services, IT Outsourcing, and other business areas. It has started with the usage of basic technologies, to show the real power and possibilities nowadays with Artificial intelligence (AI), Machine Learning (ML), Natural Language Processing, Unstructured Data Processing, Predictive &amp; Prescriptive Analytics, and simple judgment-based automation. </a:t>
            </a:r>
            <a:endParaRPr lang="en-US" sz="1400" u="sng"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3237471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Arrow Connector 13"/>
          <p:cNvCxnSpPr/>
          <p:nvPr/>
        </p:nvCxnSpPr>
        <p:spPr>
          <a:xfrm flipV="1">
            <a:off x="5089836" y="4068063"/>
            <a:ext cx="570947" cy="296534"/>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665692" y="4819311"/>
            <a:ext cx="159096" cy="527346"/>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Internet of things - </a:t>
            </a:r>
            <a:r>
              <a:rPr lang="en-US" b="1" dirty="0" err="1" smtClean="0">
                <a:solidFill>
                  <a:schemeClr val="accent1">
                    <a:lumMod val="75000"/>
                  </a:schemeClr>
                </a:solidFill>
                <a:latin typeface="Comic Sans MS" panose="030F0702030302020204" pitchFamily="66" charset="0"/>
              </a:rPr>
              <a:t>IoT</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68195" y="1217182"/>
            <a:ext cx="8424935" cy="1169551"/>
          </a:xfrm>
          <a:prstGeom prst="rect">
            <a:avLst/>
          </a:prstGeom>
        </p:spPr>
        <p:txBody>
          <a:bodyPr wrap="square">
            <a:spAutoFit/>
          </a:bodyPr>
          <a:lstStyle/>
          <a:p>
            <a:pPr algn="just"/>
            <a:r>
              <a:rPr lang="en-US" sz="1400" dirty="0">
                <a:solidFill>
                  <a:schemeClr val="accent1">
                    <a:lumMod val="75000"/>
                  </a:schemeClr>
                </a:solidFill>
              </a:rPr>
              <a:t>The Internet of Things (</a:t>
            </a:r>
            <a:r>
              <a:rPr lang="en-US" sz="1400" dirty="0" err="1">
                <a:solidFill>
                  <a:schemeClr val="accent1">
                    <a:lumMod val="75000"/>
                  </a:schemeClr>
                </a:solidFill>
              </a:rPr>
              <a:t>IoT</a:t>
            </a:r>
            <a:r>
              <a:rPr lang="en-US" sz="1400" dirty="0">
                <a:solidFill>
                  <a:schemeClr val="accent1">
                    <a:lumMod val="75000"/>
                  </a:schemeClr>
                </a:solidFill>
              </a:rPr>
              <a:t>) is a web of connected smart devices that transfer data to other devices and people over the Internet. Its industrial version integrates thousands or millions of devices into a single system used for manufacturing, packaging, shipping, and other processes. The constant transfer and analysis of data between these devices helps supervise all stages of production and identify potential delays or problems. </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graphicFrame>
        <p:nvGraphicFramePr>
          <p:cNvPr id="5" name="Diagram 4">
            <a:extLst>
              <a:ext uri="{FF2B5EF4-FFF2-40B4-BE49-F238E27FC236}">
                <a16:creationId xmlns:a16="http://schemas.microsoft.com/office/drawing/2014/main" id="{A154ACC2-4551-4A40-90E2-39B37956E31A}"/>
              </a:ext>
            </a:extLst>
          </p:cNvPr>
          <p:cNvGraphicFramePr/>
          <p:nvPr>
            <p:extLst>
              <p:ext uri="{D42A27DB-BD31-4B8C-83A1-F6EECF244321}">
                <p14:modId xmlns:p14="http://schemas.microsoft.com/office/powerpoint/2010/main" val="410900588"/>
              </p:ext>
            </p:extLst>
          </p:nvPr>
        </p:nvGraphicFramePr>
        <p:xfrm>
          <a:off x="1326079" y="2780928"/>
          <a:ext cx="6679226" cy="39604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7" name="Straight Arrow Connector 6"/>
          <p:cNvCxnSpPr/>
          <p:nvPr/>
        </p:nvCxnSpPr>
        <p:spPr>
          <a:xfrm flipH="1" flipV="1">
            <a:off x="3513565" y="4068064"/>
            <a:ext cx="684374" cy="301325"/>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089836" y="4700540"/>
            <a:ext cx="557925" cy="23680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3635896" y="4653136"/>
            <a:ext cx="633358" cy="310174"/>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4355976" y="3645024"/>
            <a:ext cx="165700" cy="60924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3860583" y="4124476"/>
            <a:ext cx="1440160" cy="886238"/>
            <a:chOff x="4595494" y="1203643"/>
            <a:chExt cx="1995914" cy="1215281"/>
          </a:xfrm>
          <a:solidFill>
            <a:schemeClr val="bg1">
              <a:lumMod val="85000"/>
            </a:schemeClr>
          </a:solidFill>
          <a:effectLst>
            <a:outerShdw blurRad="50800" dist="38100" dir="13500000" algn="br" rotWithShape="0">
              <a:prstClr val="black">
                <a:alpha val="40000"/>
              </a:prstClr>
            </a:outerShdw>
          </a:effectLst>
        </p:grpSpPr>
        <p:sp>
          <p:nvSpPr>
            <p:cNvPr id="16" name="Oval 15"/>
            <p:cNvSpPr/>
            <p:nvPr/>
          </p:nvSpPr>
          <p:spPr>
            <a:xfrm>
              <a:off x="4595494" y="1203643"/>
              <a:ext cx="1995914" cy="1215281"/>
            </a:xfrm>
            <a:prstGeom prst="ellipse">
              <a:avLst/>
            </a:prstGeom>
            <a:grpFill/>
            <a:ln>
              <a:noFill/>
            </a:ln>
          </p:spPr>
          <p:style>
            <a:lnRef idx="0">
              <a:scrgbClr r="0" g="0" b="0"/>
            </a:lnRef>
            <a:fillRef idx="3">
              <a:scrgbClr r="0" g="0" b="0"/>
            </a:fillRef>
            <a:effectRef idx="0">
              <a:schemeClr val="accent2">
                <a:alpha val="50000"/>
                <a:hueOff val="0"/>
                <a:satOff val="0"/>
                <a:lumOff val="0"/>
                <a:alphaOff val="0"/>
              </a:schemeClr>
            </a:effectRef>
            <a:fontRef idx="minor">
              <a:schemeClr val="tx1"/>
            </a:fontRef>
          </p:style>
        </p:sp>
        <p:sp>
          <p:nvSpPr>
            <p:cNvPr id="17" name="Oval 4"/>
            <p:cNvSpPr txBox="1"/>
            <p:nvPr/>
          </p:nvSpPr>
          <p:spPr>
            <a:xfrm>
              <a:off x="4887789" y="1381617"/>
              <a:ext cx="1411324" cy="859333"/>
            </a:xfrm>
            <a:prstGeom prst="rect">
              <a:avLst/>
            </a:prstGeom>
            <a:grpFill/>
            <a:ln>
              <a:noFill/>
            </a:ln>
          </p:spPr>
          <p:style>
            <a:lnRef idx="0">
              <a:scrgbClr r="0" g="0" b="0"/>
            </a:lnRef>
            <a:fillRef idx="0">
              <a:scrgbClr r="0" g="0" b="0"/>
            </a:fillRef>
            <a:effectRef idx="0">
              <a:scrgbClr r="0" g="0" b="0"/>
            </a:effectRef>
            <a:fontRef idx="minor">
              <a:schemeClr val="tx1"/>
            </a:fontRef>
          </p:style>
          <p:txBody>
            <a:bodyPr spcFirstLastPara="0" vert="horz" wrap="square" lIns="17780" tIns="17780" rIns="17780" bIns="17780" numCol="1" spcCol="1270" anchor="ctr" anchorCtr="0">
              <a:noAutofit/>
            </a:bodyPr>
            <a:lstStyle/>
            <a:p>
              <a:pPr lvl="0" algn="ctr"/>
              <a:r>
                <a:rPr lang="en-US" b="1" dirty="0" err="1" smtClean="0">
                  <a:solidFill>
                    <a:schemeClr val="accent1">
                      <a:lumMod val="75000"/>
                    </a:schemeClr>
                  </a:solidFill>
                  <a:latin typeface="Comic Sans MS" panose="030F0702030302020204" pitchFamily="66" charset="0"/>
                </a:rPr>
                <a:t>IoT</a:t>
              </a:r>
              <a:endParaRPr lang="en-US" b="1" dirty="0">
                <a:solidFill>
                  <a:schemeClr val="accent1">
                    <a:lumMod val="75000"/>
                  </a:schemeClr>
                </a:solidFill>
                <a:latin typeface="Comic Sans MS" panose="030F0702030302020204" pitchFamily="66" charset="0"/>
              </a:endParaRPr>
            </a:p>
          </p:txBody>
        </p:sp>
      </p:grpSp>
    </p:spTree>
    <p:extLst>
      <p:ext uri="{BB962C8B-B14F-4D97-AF65-F5344CB8AC3E}">
        <p14:creationId xmlns:p14="http://schemas.microsoft.com/office/powerpoint/2010/main" val="1556485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a:t>
            </a:r>
            <a:r>
              <a:rPr lang="en-US" b="1" dirty="0" err="1" smtClean="0">
                <a:solidFill>
                  <a:schemeClr val="accent1">
                    <a:lumMod val="75000"/>
                  </a:schemeClr>
                </a:solidFill>
                <a:latin typeface="Comic Sans MS" panose="030F0702030302020204" pitchFamily="66" charset="0"/>
              </a:rPr>
              <a:t>IoT</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95536" y="1268760"/>
            <a:ext cx="8352927" cy="5293757"/>
          </a:xfrm>
          <a:prstGeom prst="rect">
            <a:avLst/>
          </a:prstGeom>
        </p:spPr>
        <p:txBody>
          <a:bodyPr wrap="square">
            <a:spAutoFit/>
          </a:bodyPr>
          <a:lstStyle/>
          <a:p>
            <a:pPr algn="just"/>
            <a:r>
              <a:rPr lang="en-US" sz="1400" dirty="0">
                <a:solidFill>
                  <a:schemeClr val="accent1">
                    <a:lumMod val="75000"/>
                  </a:schemeClr>
                </a:solidFill>
              </a:rPr>
              <a:t>Over the past few years, </a:t>
            </a:r>
            <a:r>
              <a:rPr lang="en-US" sz="1400" dirty="0" err="1">
                <a:solidFill>
                  <a:schemeClr val="accent1">
                    <a:lumMod val="75000"/>
                  </a:schemeClr>
                </a:solidFill>
              </a:rPr>
              <a:t>IoT</a:t>
            </a:r>
            <a:r>
              <a:rPr lang="en-US" sz="1400" dirty="0">
                <a:solidFill>
                  <a:schemeClr val="accent1">
                    <a:lumMod val="75000"/>
                  </a:schemeClr>
                </a:solidFill>
              </a:rPr>
              <a:t> has become one of the most important technologies of the 21st century. Now that we can connect everyday </a:t>
            </a:r>
            <a:r>
              <a:rPr lang="en-US" sz="1400" dirty="0" smtClean="0">
                <a:solidFill>
                  <a:schemeClr val="accent1">
                    <a:lumMod val="75000"/>
                  </a:schemeClr>
                </a:solidFill>
              </a:rPr>
              <a:t>objects - kitchen </a:t>
            </a:r>
            <a:r>
              <a:rPr lang="en-US" sz="1400" dirty="0">
                <a:solidFill>
                  <a:schemeClr val="accent1">
                    <a:lumMod val="75000"/>
                  </a:schemeClr>
                </a:solidFill>
              </a:rPr>
              <a:t>appliances, cars, thermostats, baby </a:t>
            </a:r>
            <a:r>
              <a:rPr lang="en-US" sz="1400" dirty="0" smtClean="0">
                <a:solidFill>
                  <a:schemeClr val="accent1">
                    <a:lumMod val="75000"/>
                  </a:schemeClr>
                </a:solidFill>
              </a:rPr>
              <a:t>monitors - to </a:t>
            </a:r>
            <a:r>
              <a:rPr lang="en-US" sz="1400" dirty="0">
                <a:solidFill>
                  <a:schemeClr val="accent1">
                    <a:lumMod val="75000"/>
                  </a:schemeClr>
                </a:solidFill>
              </a:rPr>
              <a:t>the internet via embedded devices, seamless communication is possible between people, processes, and things.</a:t>
            </a:r>
          </a:p>
          <a:p>
            <a:pPr algn="just"/>
            <a:r>
              <a:rPr lang="en-US" sz="1400" dirty="0">
                <a:solidFill>
                  <a:schemeClr val="accent1">
                    <a:lumMod val="75000"/>
                  </a:schemeClr>
                </a:solidFill>
              </a:rPr>
              <a:t>By means of low-cost computing, the cloud, big data, analytics, and mobile technologies, physical things can share and collect data with minimal human intervention. In this </a:t>
            </a:r>
            <a:r>
              <a:rPr lang="en-US" sz="1400" dirty="0" smtClean="0">
                <a:solidFill>
                  <a:schemeClr val="accent1">
                    <a:lumMod val="75000"/>
                  </a:schemeClr>
                </a:solidFill>
              </a:rPr>
              <a:t>hyper-connected </a:t>
            </a:r>
            <a:r>
              <a:rPr lang="en-US" sz="1400" dirty="0">
                <a:solidFill>
                  <a:schemeClr val="accent1">
                    <a:lumMod val="75000"/>
                  </a:schemeClr>
                </a:solidFill>
              </a:rPr>
              <a:t>world, digital systems can record, monitor, and adjust each interaction between connected things. The physical world meets the digital </a:t>
            </a:r>
            <a:r>
              <a:rPr lang="en-US" sz="1400" dirty="0" smtClean="0">
                <a:solidFill>
                  <a:schemeClr val="accent1">
                    <a:lumMod val="75000"/>
                  </a:schemeClr>
                </a:solidFill>
              </a:rPr>
              <a:t>world - and </a:t>
            </a:r>
            <a:r>
              <a:rPr lang="en-US" sz="1400" dirty="0">
                <a:solidFill>
                  <a:schemeClr val="accent1">
                    <a:lumMod val="75000"/>
                  </a:schemeClr>
                </a:solidFill>
              </a:rPr>
              <a:t>they cooperate</a:t>
            </a:r>
            <a:r>
              <a:rPr lang="en-US" sz="1400" dirty="0" smtClean="0">
                <a:solidFill>
                  <a:schemeClr val="accent1">
                    <a:lumMod val="75000"/>
                  </a:schemeClr>
                </a:solidFill>
              </a:rPr>
              <a:t>.</a:t>
            </a:r>
          </a:p>
          <a:p>
            <a:pPr algn="just"/>
            <a:r>
              <a:rPr lang="en-US" sz="1400" dirty="0">
                <a:solidFill>
                  <a:schemeClr val="accent1">
                    <a:lumMod val="75000"/>
                  </a:schemeClr>
                </a:solidFill>
              </a:rPr>
              <a:t>Recently, industries have used machine-to-machine communication (M2M) to achieve wireless automation and control. But with the emergence of cloud and allied technologies (such as analytics and machine learning), industries can achieve a new automation layer and with it create new revenue and business models. </a:t>
            </a:r>
            <a:r>
              <a:rPr lang="en-US" sz="1400" dirty="0" smtClean="0">
                <a:solidFill>
                  <a:schemeClr val="accent1">
                    <a:lumMod val="75000"/>
                  </a:schemeClr>
                </a:solidFill>
              </a:rPr>
              <a:t>The </a:t>
            </a:r>
            <a:r>
              <a:rPr lang="en-US" sz="1400" dirty="0">
                <a:solidFill>
                  <a:schemeClr val="accent1">
                    <a:lumMod val="75000"/>
                  </a:schemeClr>
                </a:solidFill>
              </a:rPr>
              <a:t>following are some common uses for </a:t>
            </a:r>
            <a:r>
              <a:rPr lang="en-US" sz="1400" dirty="0" err="1" smtClean="0">
                <a:solidFill>
                  <a:schemeClr val="accent1">
                    <a:lumMod val="75000"/>
                  </a:schemeClr>
                </a:solidFill>
              </a:rPr>
              <a:t>IoT</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marL="742950" lvl="1" indent="-285750" algn="just">
              <a:buFont typeface="Arial" panose="020B0604020202020204" pitchFamily="34" charset="0"/>
              <a:buChar char="•"/>
            </a:pPr>
            <a:r>
              <a:rPr lang="en-US" sz="1400" dirty="0" smtClean="0">
                <a:solidFill>
                  <a:schemeClr val="accent1">
                    <a:lumMod val="75000"/>
                  </a:schemeClr>
                </a:solidFill>
              </a:rPr>
              <a:t>Smart manufacturing</a:t>
            </a:r>
            <a:endParaRPr lang="en-US" sz="1400" dirty="0">
              <a:solidFill>
                <a:schemeClr val="accent1">
                  <a:lumMod val="75000"/>
                </a:schemeClr>
              </a:solidFill>
            </a:endParaRPr>
          </a:p>
          <a:p>
            <a:pPr marL="742950" lvl="1" indent="-285750" algn="just">
              <a:buFont typeface="Arial" panose="020B0604020202020204" pitchFamily="34" charset="0"/>
              <a:buChar char="•"/>
            </a:pPr>
            <a:r>
              <a:rPr lang="en-US" sz="1400" dirty="0">
                <a:solidFill>
                  <a:schemeClr val="accent1">
                    <a:lumMod val="75000"/>
                  </a:schemeClr>
                </a:solidFill>
              </a:rPr>
              <a:t>Connected assets and preventive and predictive maintenance</a:t>
            </a:r>
          </a:p>
          <a:p>
            <a:pPr marL="742950" lvl="1" indent="-285750" algn="just">
              <a:buFont typeface="Arial" panose="020B0604020202020204" pitchFamily="34" charset="0"/>
              <a:buChar char="•"/>
            </a:pPr>
            <a:r>
              <a:rPr lang="en-US" sz="1400" dirty="0">
                <a:solidFill>
                  <a:schemeClr val="accent1">
                    <a:lumMod val="75000"/>
                  </a:schemeClr>
                </a:solidFill>
              </a:rPr>
              <a:t>Smart power grids</a:t>
            </a:r>
          </a:p>
          <a:p>
            <a:pPr marL="742950" lvl="1" indent="-285750" algn="just">
              <a:buFont typeface="Arial" panose="020B0604020202020204" pitchFamily="34" charset="0"/>
              <a:buChar char="•"/>
            </a:pPr>
            <a:r>
              <a:rPr lang="en-US" sz="1400" dirty="0">
                <a:solidFill>
                  <a:schemeClr val="accent1">
                    <a:lumMod val="75000"/>
                  </a:schemeClr>
                </a:solidFill>
              </a:rPr>
              <a:t>Smart cities</a:t>
            </a:r>
          </a:p>
          <a:p>
            <a:pPr marL="742950" lvl="1" indent="-285750" algn="just">
              <a:buFont typeface="Arial" panose="020B0604020202020204" pitchFamily="34" charset="0"/>
              <a:buChar char="•"/>
            </a:pPr>
            <a:r>
              <a:rPr lang="en-US" sz="1400" dirty="0" smtClean="0">
                <a:solidFill>
                  <a:schemeClr val="accent1">
                    <a:lumMod val="75000"/>
                  </a:schemeClr>
                </a:solidFill>
              </a:rPr>
              <a:t>Connected logistics</a:t>
            </a:r>
            <a:endParaRPr lang="en-US" sz="1400" dirty="0">
              <a:solidFill>
                <a:schemeClr val="accent1">
                  <a:lumMod val="75000"/>
                </a:schemeClr>
              </a:solidFill>
            </a:endParaRPr>
          </a:p>
          <a:p>
            <a:pPr marL="742950" lvl="1" indent="-285750" algn="just">
              <a:buFont typeface="Arial" panose="020B0604020202020204" pitchFamily="34" charset="0"/>
              <a:buChar char="•"/>
            </a:pPr>
            <a:r>
              <a:rPr lang="en-US" sz="1400" dirty="0">
                <a:solidFill>
                  <a:schemeClr val="accent1">
                    <a:lumMod val="75000"/>
                  </a:schemeClr>
                </a:solidFill>
              </a:rPr>
              <a:t>Smart digital supply </a:t>
            </a:r>
            <a:r>
              <a:rPr lang="en-US" sz="1400" dirty="0" smtClean="0">
                <a:solidFill>
                  <a:schemeClr val="accent1">
                    <a:lumMod val="75000"/>
                  </a:schemeClr>
                </a:solidFill>
              </a:rPr>
              <a:t>chains</a:t>
            </a:r>
          </a:p>
          <a:p>
            <a:endParaRPr lang="en-US" dirty="0" smtClean="0"/>
          </a:p>
          <a:p>
            <a:pPr algn="just"/>
            <a:r>
              <a:rPr lang="en-US" sz="1400" dirty="0" smtClean="0">
                <a:solidFill>
                  <a:schemeClr val="accent1">
                    <a:lumMod val="75000"/>
                  </a:schemeClr>
                </a:solidFill>
              </a:rPr>
              <a:t>Another </a:t>
            </a:r>
            <a:r>
              <a:rPr lang="en-US" sz="1400" dirty="0">
                <a:solidFill>
                  <a:schemeClr val="accent1">
                    <a:lumMod val="75000"/>
                  </a:schemeClr>
                </a:solidFill>
              </a:rPr>
              <a:t>extremely popular wireless technology used in retail, commercial</a:t>
            </a:r>
            <a:r>
              <a:rPr lang="en-US" sz="1400" dirty="0" smtClean="0">
                <a:solidFill>
                  <a:schemeClr val="accent1">
                    <a:lumMod val="75000"/>
                  </a:schemeClr>
                </a:solidFill>
              </a:rPr>
              <a:t>, and </a:t>
            </a:r>
            <a:r>
              <a:rPr lang="en-US" sz="1400" dirty="0">
                <a:solidFill>
                  <a:schemeClr val="accent1">
                    <a:lumMod val="75000"/>
                  </a:schemeClr>
                </a:solidFill>
              </a:rPr>
              <a:t>industrial </a:t>
            </a:r>
            <a:r>
              <a:rPr lang="en-US" sz="1400" dirty="0" err="1">
                <a:solidFill>
                  <a:schemeClr val="accent1">
                    <a:lumMod val="75000"/>
                  </a:schemeClr>
                </a:solidFill>
              </a:rPr>
              <a:t>IoT</a:t>
            </a:r>
            <a:r>
              <a:rPr lang="en-US" sz="1400" dirty="0">
                <a:solidFill>
                  <a:schemeClr val="accent1">
                    <a:lumMod val="75000"/>
                  </a:schemeClr>
                </a:solidFill>
              </a:rPr>
              <a:t> is the </a:t>
            </a:r>
            <a:r>
              <a:rPr lang="en-US" sz="1400" b="1" dirty="0">
                <a:solidFill>
                  <a:schemeClr val="accent1">
                    <a:lumMod val="75000"/>
                  </a:schemeClr>
                </a:solidFill>
              </a:rPr>
              <a:t>Radio frequency </a:t>
            </a:r>
            <a:r>
              <a:rPr lang="en-US" sz="1400" b="1" dirty="0" smtClean="0">
                <a:solidFill>
                  <a:schemeClr val="accent1">
                    <a:lumMod val="75000"/>
                  </a:schemeClr>
                </a:solidFill>
              </a:rPr>
              <a:t>identification </a:t>
            </a:r>
            <a:r>
              <a:rPr lang="en-US" b="1" dirty="0" smtClean="0"/>
              <a:t>(</a:t>
            </a:r>
            <a:r>
              <a:rPr lang="en-US" sz="1400" b="1" dirty="0" smtClean="0">
                <a:solidFill>
                  <a:schemeClr val="accent1">
                    <a:lumMod val="75000"/>
                  </a:schemeClr>
                </a:solidFill>
              </a:rPr>
              <a:t>RFID) </a:t>
            </a:r>
            <a:r>
              <a:rPr lang="en-US" sz="1400" dirty="0">
                <a:solidFill>
                  <a:schemeClr val="accent1">
                    <a:lumMod val="75000"/>
                  </a:schemeClr>
                </a:solidFill>
              </a:rPr>
              <a:t>system. RFID use tags to store </a:t>
            </a:r>
            <a:r>
              <a:rPr lang="en-US" sz="1400" dirty="0" smtClean="0">
                <a:solidFill>
                  <a:schemeClr val="accent1">
                    <a:lumMod val="75000"/>
                  </a:schemeClr>
                </a:solidFill>
              </a:rPr>
              <a:t>electronic information </a:t>
            </a:r>
            <a:r>
              <a:rPr lang="en-US" sz="1400" dirty="0">
                <a:solidFill>
                  <a:schemeClr val="accent1">
                    <a:lumMod val="75000"/>
                  </a:schemeClr>
                </a:solidFill>
              </a:rPr>
              <a:t>that can be communicated wirelessly via electromagnetic fields.</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t="16372" b="5862"/>
          <a:stretch/>
        </p:blipFill>
        <p:spPr>
          <a:xfrm>
            <a:off x="6228184" y="4437112"/>
            <a:ext cx="2354353" cy="1021728"/>
          </a:xfrm>
          <a:prstGeom prst="rect">
            <a:avLst/>
          </a:prstGeom>
        </p:spPr>
      </p:pic>
    </p:spTree>
    <p:extLst>
      <p:ext uri="{BB962C8B-B14F-4D97-AF65-F5344CB8AC3E}">
        <p14:creationId xmlns:p14="http://schemas.microsoft.com/office/powerpoint/2010/main" val="35082492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Additive Manufacturing</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23528" y="1124744"/>
            <a:ext cx="8424935" cy="954107"/>
          </a:xfrm>
          <a:prstGeom prst="rect">
            <a:avLst/>
          </a:prstGeom>
        </p:spPr>
        <p:txBody>
          <a:bodyPr wrap="square">
            <a:spAutoFit/>
          </a:bodyPr>
          <a:lstStyle/>
          <a:p>
            <a:pPr algn="just"/>
            <a:r>
              <a:rPr lang="en-US" sz="1400" dirty="0" smtClean="0">
                <a:solidFill>
                  <a:schemeClr val="accent1">
                    <a:lumMod val="75000"/>
                  </a:schemeClr>
                </a:solidFill>
              </a:rPr>
              <a:t>Using Computer </a:t>
            </a:r>
            <a:r>
              <a:rPr lang="en-US" sz="1400" dirty="0">
                <a:solidFill>
                  <a:schemeClr val="accent1">
                    <a:lumMod val="75000"/>
                  </a:schemeClr>
                </a:solidFill>
              </a:rPr>
              <a:t>A</a:t>
            </a:r>
            <a:r>
              <a:rPr lang="en-US" sz="1400" dirty="0" smtClean="0">
                <a:solidFill>
                  <a:schemeClr val="accent1">
                    <a:lumMod val="75000"/>
                  </a:schemeClr>
                </a:solidFill>
              </a:rPr>
              <a:t>ided </a:t>
            </a:r>
            <a:r>
              <a:rPr lang="en-US" sz="1400" dirty="0">
                <a:solidFill>
                  <a:schemeClr val="accent1">
                    <a:lumMod val="75000"/>
                  </a:schemeClr>
                </a:solidFill>
              </a:rPr>
              <a:t>D</a:t>
            </a:r>
            <a:r>
              <a:rPr lang="en-US" sz="1400" dirty="0" smtClean="0">
                <a:solidFill>
                  <a:schemeClr val="accent1">
                    <a:lumMod val="75000"/>
                  </a:schemeClr>
                </a:solidFill>
              </a:rPr>
              <a:t>esign (CAD) or </a:t>
            </a:r>
            <a:r>
              <a:rPr lang="en-US" sz="1400" dirty="0">
                <a:solidFill>
                  <a:schemeClr val="accent1">
                    <a:lumMod val="75000"/>
                  </a:schemeClr>
                </a:solidFill>
              </a:rPr>
              <a:t>3D object scanners, additive manufacturing allows for the creation of objects with precise geometric shapes. These are built layer by layer, as with a 3D printing process, which is in contrast to traditional manufacturing that often requires machining or other techniques to remove surplus </a:t>
            </a:r>
            <a:r>
              <a:rPr lang="en-US" sz="1400" dirty="0" smtClean="0">
                <a:solidFill>
                  <a:schemeClr val="accent1">
                    <a:lumMod val="75000"/>
                  </a:schemeClr>
                </a:solidFill>
              </a:rPr>
              <a:t>material.</a:t>
            </a:r>
            <a:endParaRPr lang="en-US" sz="1400"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18" name="Picture 17">
            <a:extLst>
              <a:ext uri="{FF2B5EF4-FFF2-40B4-BE49-F238E27FC236}">
                <a16:creationId xmlns:a16="http://schemas.microsoft.com/office/drawing/2014/main" id="{9D16CEF1-8133-4FD5-97CD-103D203C0689}"/>
              </a:ext>
            </a:extLst>
          </p:cNvPr>
          <p:cNvPicPr>
            <a:picLocks noChangeAspect="1"/>
          </p:cNvPicPr>
          <p:nvPr/>
        </p:nvPicPr>
        <p:blipFill>
          <a:blip r:embed="rId4"/>
          <a:stretch>
            <a:fillRect/>
          </a:stretch>
        </p:blipFill>
        <p:spPr>
          <a:xfrm>
            <a:off x="2195736" y="5517232"/>
            <a:ext cx="2025356" cy="8598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9" name="Content Placeholder 3">
            <a:extLst>
              <a:ext uri="{FF2B5EF4-FFF2-40B4-BE49-F238E27FC236}">
                <a16:creationId xmlns:a16="http://schemas.microsoft.com/office/drawing/2014/main" id="{90266EE5-D4DC-40B5-AB19-FE5E34F844D7}"/>
              </a:ext>
            </a:extLst>
          </p:cNvPr>
          <p:cNvGraphicFramePr>
            <a:graphicFrameLocks noGrp="1"/>
          </p:cNvGraphicFramePr>
          <p:nvPr>
            <p:ph idx="1"/>
            <p:extLst>
              <p:ext uri="{D42A27DB-BD31-4B8C-83A1-F6EECF244321}">
                <p14:modId xmlns:p14="http://schemas.microsoft.com/office/powerpoint/2010/main" val="3581201145"/>
              </p:ext>
            </p:extLst>
          </p:nvPr>
        </p:nvGraphicFramePr>
        <p:xfrm>
          <a:off x="1820735" y="2252268"/>
          <a:ext cx="6192688" cy="21848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Rectangle 2"/>
          <p:cNvSpPr/>
          <p:nvPr/>
        </p:nvSpPr>
        <p:spPr>
          <a:xfrm>
            <a:off x="4427984" y="4941168"/>
            <a:ext cx="4572000" cy="1600438"/>
          </a:xfrm>
          <a:prstGeom prst="rect">
            <a:avLst/>
          </a:prstGeom>
        </p:spPr>
        <p:txBody>
          <a:bodyPr>
            <a:spAutoFit/>
          </a:bodyPr>
          <a:lstStyle/>
          <a:p>
            <a:r>
              <a:rPr lang="en-US" sz="1400" dirty="0">
                <a:solidFill>
                  <a:srgbClr val="C00000"/>
                </a:solidFill>
                <a:latin typeface="Comic Sans MS" panose="030F0702030302020204" pitchFamily="66" charset="0"/>
              </a:rPr>
              <a:t>Benefits of Additive Manufacturing for </a:t>
            </a:r>
            <a:r>
              <a:rPr lang="en-US" sz="1400" dirty="0" smtClean="0">
                <a:solidFill>
                  <a:srgbClr val="C00000"/>
                </a:solidFill>
                <a:latin typeface="Comic Sans MS" panose="030F0702030302020204" pitchFamily="66" charset="0"/>
              </a:rPr>
              <a:t>business</a:t>
            </a:r>
            <a:endParaRPr lang="en-US" sz="1400" dirty="0">
              <a:solidFill>
                <a:srgbClr val="C00000"/>
              </a:solidFill>
              <a:latin typeface="Comic Sans MS" panose="030F0702030302020204" pitchFamily="66" charset="0"/>
            </a:endParaRPr>
          </a:p>
          <a:p>
            <a:pPr marL="285750" indent="-285750">
              <a:buFont typeface="Arial" panose="020B0604020202020204" pitchFamily="34" charset="0"/>
              <a:buChar char="•"/>
            </a:pPr>
            <a:endParaRPr lang="en-US" sz="1400" dirty="0">
              <a:solidFill>
                <a:schemeClr val="accent1">
                  <a:lumMod val="75000"/>
                </a:schemeClr>
              </a:solidFill>
            </a:endParaRPr>
          </a:p>
          <a:p>
            <a:pPr marL="285750" indent="-285750">
              <a:buFont typeface="Arial" panose="020B0604020202020204" pitchFamily="34" charset="0"/>
              <a:buChar char="•"/>
            </a:pPr>
            <a:r>
              <a:rPr lang="en-US" sz="1400" dirty="0">
                <a:solidFill>
                  <a:schemeClr val="accent1">
                    <a:lumMod val="75000"/>
                  </a:schemeClr>
                </a:solidFill>
              </a:rPr>
              <a:t>Efficient use of resources</a:t>
            </a:r>
          </a:p>
          <a:p>
            <a:pPr marL="285750" indent="-285750">
              <a:buFont typeface="Arial" panose="020B0604020202020204" pitchFamily="34" charset="0"/>
              <a:buChar char="•"/>
            </a:pPr>
            <a:r>
              <a:rPr lang="en-US" sz="1400" dirty="0">
                <a:solidFill>
                  <a:schemeClr val="accent1">
                    <a:lumMod val="75000"/>
                  </a:schemeClr>
                </a:solidFill>
              </a:rPr>
              <a:t>Small-lot production</a:t>
            </a:r>
          </a:p>
          <a:p>
            <a:pPr marL="285750" indent="-285750">
              <a:buFont typeface="Arial" panose="020B0604020202020204" pitchFamily="34" charset="0"/>
              <a:buChar char="•"/>
            </a:pPr>
            <a:r>
              <a:rPr lang="en-US" sz="1400" dirty="0">
                <a:solidFill>
                  <a:schemeClr val="accent1">
                    <a:lumMod val="75000"/>
                  </a:schemeClr>
                </a:solidFill>
              </a:rPr>
              <a:t>Rapid manufacturing</a:t>
            </a:r>
          </a:p>
          <a:p>
            <a:pPr marL="285750" indent="-285750">
              <a:buFont typeface="Arial" panose="020B0604020202020204" pitchFamily="34" charset="0"/>
              <a:buChar char="•"/>
            </a:pPr>
            <a:r>
              <a:rPr lang="en-US" sz="1400" dirty="0">
                <a:solidFill>
                  <a:schemeClr val="accent1">
                    <a:lumMod val="75000"/>
                  </a:schemeClr>
                </a:solidFill>
              </a:rPr>
              <a:t>Agile manufacturing</a:t>
            </a:r>
          </a:p>
          <a:p>
            <a:pPr marL="285750" indent="-285750">
              <a:buFont typeface="Arial" panose="020B0604020202020204" pitchFamily="34" charset="0"/>
              <a:buChar char="•"/>
            </a:pPr>
            <a:r>
              <a:rPr lang="en-US" sz="1400" dirty="0">
                <a:solidFill>
                  <a:schemeClr val="accent1">
                    <a:lumMod val="75000"/>
                  </a:schemeClr>
                </a:solidFill>
              </a:rPr>
              <a:t>Reverse engineering</a:t>
            </a:r>
          </a:p>
        </p:txBody>
      </p:sp>
    </p:spTree>
    <p:extLst>
      <p:ext uri="{BB962C8B-B14F-4D97-AF65-F5344CB8AC3E}">
        <p14:creationId xmlns:p14="http://schemas.microsoft.com/office/powerpoint/2010/main" val="4044800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Additive Manufacturing</a:t>
            </a:r>
            <a:endParaRPr lang="en-US" sz="1600"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3" name="Rectangle 2"/>
          <p:cNvSpPr/>
          <p:nvPr/>
        </p:nvSpPr>
        <p:spPr>
          <a:xfrm>
            <a:off x="541512" y="1412776"/>
            <a:ext cx="7992888" cy="4616648"/>
          </a:xfrm>
          <a:prstGeom prst="rect">
            <a:avLst/>
          </a:prstGeom>
        </p:spPr>
        <p:txBody>
          <a:bodyPr wrap="square">
            <a:spAutoFit/>
          </a:bodyPr>
          <a:lstStyle/>
          <a:p>
            <a:pPr algn="just"/>
            <a:r>
              <a:rPr lang="en-US" sz="1400" dirty="0">
                <a:solidFill>
                  <a:schemeClr val="accent1">
                    <a:lumMod val="75000"/>
                  </a:schemeClr>
                </a:solidFill>
              </a:rPr>
              <a:t>Technically, additive manufacturing can refer to any process where a product is created by building something up, such as molding, but it typically refers to 3-D printing.</a:t>
            </a:r>
          </a:p>
          <a:p>
            <a:pPr algn="just"/>
            <a:r>
              <a:rPr lang="en-US" sz="1400" dirty="0">
                <a:solidFill>
                  <a:schemeClr val="accent1">
                    <a:lumMod val="75000"/>
                  </a:schemeClr>
                </a:solidFill>
              </a:rPr>
              <a:t>Additive manufacturing was first used to develop prototypes in the 1980s </a:t>
            </a:r>
            <a:r>
              <a:rPr lang="en-US" sz="1400" dirty="0" smtClean="0">
                <a:solidFill>
                  <a:schemeClr val="accent1">
                    <a:lumMod val="75000"/>
                  </a:schemeClr>
                </a:solidFill>
              </a:rPr>
              <a:t>- </a:t>
            </a:r>
            <a:r>
              <a:rPr lang="en-US" sz="1400" dirty="0">
                <a:solidFill>
                  <a:schemeClr val="accent1">
                    <a:lumMod val="75000"/>
                  </a:schemeClr>
                </a:solidFill>
              </a:rPr>
              <a:t>these objects were not usually functional. This process was known as rapid prototyping because it allowed people to create a scale model of the final object quickly, without the typical setup process and costs involved in creating a prototype. As additive manufacturing improved, its uses expanded to rapid tooling, which was used to create molds for final products. By the early 2000s, additive manufacturing was being used to create functional products. More recently, companies </a:t>
            </a:r>
            <a:r>
              <a:rPr lang="en-US" sz="1400" dirty="0" smtClean="0">
                <a:solidFill>
                  <a:schemeClr val="accent1">
                    <a:lumMod val="75000"/>
                  </a:schemeClr>
                </a:solidFill>
              </a:rPr>
              <a:t>like Boeing</a:t>
            </a:r>
            <a:r>
              <a:rPr lang="en-US" sz="1400" dirty="0">
                <a:solidFill>
                  <a:schemeClr val="accent1">
                    <a:lumMod val="75000"/>
                  </a:schemeClr>
                </a:solidFill>
              </a:rPr>
              <a:t> </a:t>
            </a:r>
            <a:r>
              <a:rPr lang="en-US" sz="1400" dirty="0" smtClean="0">
                <a:solidFill>
                  <a:schemeClr val="accent1">
                    <a:lumMod val="75000"/>
                  </a:schemeClr>
                </a:solidFill>
              </a:rPr>
              <a:t>and General Electric</a:t>
            </a:r>
            <a:r>
              <a:rPr lang="en-US" sz="1400" dirty="0">
                <a:solidFill>
                  <a:schemeClr val="accent1">
                    <a:lumMod val="75000"/>
                  </a:schemeClr>
                </a:solidFill>
              </a:rPr>
              <a:t> have begun using additive manufacturing as integral parts of their business processes</a:t>
            </a:r>
            <a:r>
              <a:rPr lang="en-US" sz="1400" dirty="0" smtClean="0">
                <a:solidFill>
                  <a:schemeClr val="accent1">
                    <a:lumMod val="75000"/>
                  </a:schemeClr>
                </a:solidFill>
              </a:rPr>
              <a:t>.</a:t>
            </a:r>
          </a:p>
          <a:p>
            <a:pPr algn="just"/>
            <a:endParaRPr lang="en-US" sz="1400" dirty="0" smtClean="0">
              <a:solidFill>
                <a:schemeClr val="accent1">
                  <a:lumMod val="75000"/>
                </a:schemeClr>
              </a:solidFill>
            </a:endParaRPr>
          </a:p>
          <a:p>
            <a:pPr algn="just"/>
            <a:r>
              <a:rPr lang="en-US" sz="1400" dirty="0">
                <a:solidFill>
                  <a:schemeClr val="accent1">
                    <a:lumMod val="75000"/>
                  </a:schemeClr>
                </a:solidFill>
              </a:rPr>
              <a:t>To create an object using additive manufacturing, someone must first create a design. This is typically done using computer aided design, or CAD, software, or by taking a scan of the object someone wants to print. Software then translates the design into a layer by layer framework for the additive manufacturing machine to follow. This is sent to the 3-D printer, which begins creating the object immediately. </a:t>
            </a:r>
            <a:r>
              <a:rPr lang="en-US" sz="1400" dirty="0" smtClean="0">
                <a:solidFill>
                  <a:schemeClr val="accent1">
                    <a:lumMod val="75000"/>
                  </a:schemeClr>
                </a:solidFill>
              </a:rPr>
              <a:t>It is possible to </a:t>
            </a:r>
            <a:r>
              <a:rPr lang="en-US" sz="1400" dirty="0">
                <a:solidFill>
                  <a:schemeClr val="accent1">
                    <a:lumMod val="75000"/>
                  </a:schemeClr>
                </a:solidFill>
              </a:rPr>
              <a:t>go directly from digital to </a:t>
            </a:r>
            <a:r>
              <a:rPr lang="en-US" sz="1400" dirty="0" smtClean="0">
                <a:solidFill>
                  <a:schemeClr val="accent1">
                    <a:lumMod val="75000"/>
                  </a:schemeClr>
                </a:solidFill>
              </a:rPr>
              <a:t>physical object. </a:t>
            </a:r>
            <a:r>
              <a:rPr lang="en-US" sz="1400" dirty="0">
                <a:solidFill>
                  <a:schemeClr val="accent1">
                    <a:lumMod val="75000"/>
                  </a:schemeClr>
                </a:solidFill>
              </a:rPr>
              <a:t>Technically, 3D printers make physical parts from digital computer models. Software makes most of the decisions about how each part is made and controls the actual printing process. That means that 3D printers are a digitally driven manufacturing technique and fit alongside other digitally driven techniques such as CNC machining and laser cutting.</a:t>
            </a:r>
          </a:p>
          <a:p>
            <a:pPr algn="just"/>
            <a:r>
              <a:rPr lang="en-US" sz="1400" dirty="0" smtClean="0">
                <a:solidFill>
                  <a:schemeClr val="accent1">
                    <a:lumMod val="75000"/>
                  </a:schemeClr>
                </a:solidFill>
              </a:rPr>
              <a:t>Additive </a:t>
            </a:r>
            <a:r>
              <a:rPr lang="en-US" sz="1400" dirty="0">
                <a:solidFill>
                  <a:schemeClr val="accent1">
                    <a:lumMod val="75000"/>
                  </a:schemeClr>
                </a:solidFill>
              </a:rPr>
              <a:t>manufacturing uses any number of materials, from polymers, metals, and ceramics to foams, gels, and even biomaterials. </a:t>
            </a:r>
            <a:endParaRPr lang="en-US" sz="1400" dirty="0" smtClean="0">
              <a:solidFill>
                <a:schemeClr val="accent1">
                  <a:lumMod val="75000"/>
                </a:schemeClr>
              </a:solidFill>
            </a:endParaRPr>
          </a:p>
        </p:txBody>
      </p:sp>
    </p:spTree>
    <p:extLst>
      <p:ext uri="{BB962C8B-B14F-4D97-AF65-F5344CB8AC3E}">
        <p14:creationId xmlns:p14="http://schemas.microsoft.com/office/powerpoint/2010/main" val="1031782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Cloud Computing</a:t>
            </a:r>
            <a:endParaRPr lang="en-US" sz="1600"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323528" y="1272224"/>
            <a:ext cx="8424935" cy="523220"/>
          </a:xfrm>
          <a:prstGeom prst="rect">
            <a:avLst/>
          </a:prstGeom>
        </p:spPr>
        <p:txBody>
          <a:bodyPr wrap="square">
            <a:spAutoFit/>
          </a:bodyPr>
          <a:lstStyle/>
          <a:p>
            <a:pPr algn="just"/>
            <a:r>
              <a:rPr lang="en-US" sz="1400" dirty="0">
                <a:solidFill>
                  <a:schemeClr val="accent1">
                    <a:lumMod val="75000"/>
                  </a:schemeClr>
                </a:solidFill>
              </a:rPr>
              <a:t>Cloud computing is the delivery of on-demand computing services </a:t>
            </a:r>
            <a:r>
              <a:rPr lang="en-US" sz="1400" dirty="0" smtClean="0">
                <a:solidFill>
                  <a:schemeClr val="accent1">
                    <a:lumMod val="75000"/>
                  </a:schemeClr>
                </a:solidFill>
              </a:rPr>
              <a:t>- </a:t>
            </a:r>
            <a:r>
              <a:rPr lang="en-US" sz="1400" dirty="0">
                <a:solidFill>
                  <a:schemeClr val="accent1">
                    <a:lumMod val="75000"/>
                  </a:schemeClr>
                </a:solidFill>
              </a:rPr>
              <a:t>from applications to storage and processing </a:t>
            </a:r>
            <a:r>
              <a:rPr lang="en-US" sz="1400" dirty="0" smtClean="0">
                <a:solidFill>
                  <a:schemeClr val="accent1">
                    <a:lumMod val="75000"/>
                  </a:schemeClr>
                </a:solidFill>
              </a:rPr>
              <a:t>power - </a:t>
            </a:r>
            <a:r>
              <a:rPr lang="en-US" sz="1400" dirty="0">
                <a:solidFill>
                  <a:schemeClr val="accent1">
                    <a:lumMod val="75000"/>
                  </a:schemeClr>
                </a:solidFill>
              </a:rPr>
              <a:t>typically over the internet and on a pay-as-you-go basis.</a:t>
            </a:r>
            <a:endParaRPr lang="ru-RU" sz="1400"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graphicFrame>
        <p:nvGraphicFramePr>
          <p:cNvPr id="7" name="Content Placeholder 3">
            <a:extLst>
              <a:ext uri="{FF2B5EF4-FFF2-40B4-BE49-F238E27FC236}">
                <a16:creationId xmlns:a16="http://schemas.microsoft.com/office/drawing/2014/main" id="{90266EE5-D4DC-40B5-AB19-FE5E34F844D7}"/>
              </a:ext>
            </a:extLst>
          </p:cNvPr>
          <p:cNvGraphicFramePr>
            <a:graphicFrameLocks noGrp="1"/>
          </p:cNvGraphicFramePr>
          <p:nvPr>
            <p:ph idx="1"/>
            <p:extLst>
              <p:ext uri="{D42A27DB-BD31-4B8C-83A1-F6EECF244321}">
                <p14:modId xmlns:p14="http://schemas.microsoft.com/office/powerpoint/2010/main" val="2854063521"/>
              </p:ext>
            </p:extLst>
          </p:nvPr>
        </p:nvGraphicFramePr>
        <p:xfrm>
          <a:off x="-108520" y="2492896"/>
          <a:ext cx="6264696" cy="20408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4"/>
          <p:cNvSpPr/>
          <p:nvPr/>
        </p:nvSpPr>
        <p:spPr>
          <a:xfrm>
            <a:off x="6102783" y="2348880"/>
            <a:ext cx="2788096" cy="2677656"/>
          </a:xfrm>
          <a:prstGeom prst="rect">
            <a:avLst/>
          </a:prstGeom>
        </p:spPr>
        <p:txBody>
          <a:bodyPr wrap="square">
            <a:spAutoFit/>
          </a:bodyPr>
          <a:lstStyle/>
          <a:p>
            <a:pPr lvl="0"/>
            <a:r>
              <a:rPr lang="en-US" sz="1400" dirty="0">
                <a:solidFill>
                  <a:schemeClr val="accent1">
                    <a:lumMod val="75000"/>
                  </a:schemeClr>
                </a:solidFill>
              </a:rPr>
              <a:t>Instant computing infrastructure, provisioned and managed over the Internet</a:t>
            </a:r>
            <a:r>
              <a:rPr lang="en-US" sz="1400" dirty="0" smtClean="0">
                <a:solidFill>
                  <a:schemeClr val="accent1">
                    <a:lumMod val="75000"/>
                  </a:schemeClr>
                </a:solidFill>
              </a:rPr>
              <a:t>.</a:t>
            </a:r>
          </a:p>
          <a:p>
            <a:pPr lvl="0"/>
            <a:endParaRPr lang="en-US" sz="1400" dirty="0" smtClean="0">
              <a:solidFill>
                <a:schemeClr val="accent1">
                  <a:lumMod val="75000"/>
                </a:schemeClr>
              </a:solidFill>
            </a:endParaRPr>
          </a:p>
          <a:p>
            <a:r>
              <a:rPr lang="en-US" sz="1400" dirty="0">
                <a:solidFill>
                  <a:schemeClr val="accent1">
                    <a:lumMod val="75000"/>
                  </a:schemeClr>
                </a:solidFill>
              </a:rPr>
              <a:t>Delivery of hardware and software tools </a:t>
            </a:r>
            <a:r>
              <a:rPr lang="en-US" sz="1400" dirty="0" smtClean="0">
                <a:solidFill>
                  <a:schemeClr val="accent1">
                    <a:lumMod val="75000"/>
                  </a:schemeClr>
                </a:solidFill>
              </a:rPr>
              <a:t>- </a:t>
            </a:r>
            <a:r>
              <a:rPr lang="en-US" sz="1400" dirty="0">
                <a:solidFill>
                  <a:schemeClr val="accent1">
                    <a:lumMod val="75000"/>
                  </a:schemeClr>
                </a:solidFill>
              </a:rPr>
              <a:t>to users over the </a:t>
            </a:r>
            <a:r>
              <a:rPr lang="en-US" sz="1400" dirty="0" smtClean="0">
                <a:solidFill>
                  <a:schemeClr val="accent1">
                    <a:lumMod val="75000"/>
                  </a:schemeClr>
                </a:solidFill>
              </a:rPr>
              <a:t>internet</a:t>
            </a:r>
          </a:p>
          <a:p>
            <a:endParaRPr lang="en-US" sz="1400" dirty="0" smtClean="0">
              <a:solidFill>
                <a:schemeClr val="accent1">
                  <a:lumMod val="75000"/>
                </a:schemeClr>
              </a:solidFill>
            </a:endParaRPr>
          </a:p>
          <a:p>
            <a:r>
              <a:rPr lang="en-US" sz="1400" dirty="0">
                <a:solidFill>
                  <a:schemeClr val="accent1">
                    <a:lumMod val="75000"/>
                  </a:schemeClr>
                </a:solidFill>
              </a:rPr>
              <a:t>Delivery of applications-as-a-service. </a:t>
            </a:r>
          </a:p>
          <a:p>
            <a:endParaRPr lang="en-US" sz="1400" dirty="0">
              <a:solidFill>
                <a:schemeClr val="accent1">
                  <a:lumMod val="75000"/>
                </a:schemeClr>
              </a:solidFill>
            </a:endParaRPr>
          </a:p>
          <a:p>
            <a:pPr lvl="0"/>
            <a:endParaRPr lang="en-US" sz="1400" dirty="0">
              <a:solidFill>
                <a:schemeClr val="accent1">
                  <a:lumMod val="75000"/>
                </a:schemeClr>
              </a:solidFill>
            </a:endParaRPr>
          </a:p>
        </p:txBody>
      </p:sp>
      <p:sp>
        <p:nvSpPr>
          <p:cNvPr id="10" name="Straight Connector 9"/>
          <p:cNvSpPr/>
          <p:nvPr/>
        </p:nvSpPr>
        <p:spPr>
          <a:xfrm>
            <a:off x="5724128" y="2852936"/>
            <a:ext cx="330372" cy="0"/>
          </a:xfrm>
          <a:prstGeom prst="line">
            <a:avLst/>
          </a:prstGeom>
          <a:ln w="3175">
            <a:solidFill>
              <a:schemeClr val="accent1">
                <a:lumMod val="75000"/>
              </a:schemeClr>
            </a:solidFill>
          </a:ln>
        </p:spPr>
        <p:style>
          <a:lnRef idx="2">
            <a:scrgbClr r="0" g="0" b="0"/>
          </a:lnRef>
          <a:fillRef idx="0">
            <a:schemeClr val="accent2">
              <a:shade val="80000"/>
              <a:hueOff val="0"/>
              <a:satOff val="0"/>
              <a:lumOff val="0"/>
              <a:alphaOff val="0"/>
            </a:schemeClr>
          </a:fillRef>
          <a:effectRef idx="0">
            <a:schemeClr val="accent2">
              <a:shade val="80000"/>
              <a:hueOff val="0"/>
              <a:satOff val="0"/>
              <a:lumOff val="0"/>
              <a:alphaOff val="0"/>
            </a:schemeClr>
          </a:effectRef>
          <a:fontRef idx="minor">
            <a:schemeClr val="tx1">
              <a:hueOff val="0"/>
              <a:satOff val="0"/>
              <a:lumOff val="0"/>
              <a:alphaOff val="0"/>
            </a:schemeClr>
          </a:fontRef>
        </p:style>
      </p:sp>
      <p:sp>
        <p:nvSpPr>
          <p:cNvPr id="11" name="Straight Connector 5"/>
          <p:cNvSpPr/>
          <p:nvPr/>
        </p:nvSpPr>
        <p:spPr>
          <a:xfrm>
            <a:off x="5580112" y="3541113"/>
            <a:ext cx="410751" cy="0"/>
          </a:xfrm>
          <a:custGeom>
            <a:avLst/>
            <a:gdLst/>
            <a:ahLst/>
            <a:cxnLst/>
            <a:rect l="0" t="0" r="0" b="0"/>
            <a:pathLst>
              <a:path>
                <a:moveTo>
                  <a:pt x="0" y="0"/>
                </a:moveTo>
                <a:lnTo>
                  <a:pt x="410751" y="0"/>
                </a:lnTo>
              </a:path>
            </a:pathLst>
          </a:custGeom>
          <a:noFill/>
          <a:ln w="3175">
            <a:solidFill>
              <a:schemeClr val="accent1">
                <a:lumMod val="75000"/>
              </a:schemeClr>
            </a:solidFill>
          </a:ln>
        </p:spPr>
        <p:style>
          <a:lnRef idx="2">
            <a:scrgbClr r="0" g="0" b="0"/>
          </a:lnRef>
          <a:fillRef idx="0">
            <a:scrgbClr r="0" g="0" b="0"/>
          </a:fillRef>
          <a:effectRef idx="0">
            <a:schemeClr val="accent2">
              <a:shade val="80000"/>
              <a:hueOff val="0"/>
              <a:satOff val="0"/>
              <a:lumOff val="0"/>
              <a:alphaOff val="0"/>
            </a:schemeClr>
          </a:effectRef>
          <a:fontRef idx="minor">
            <a:schemeClr val="tx1">
              <a:hueOff val="0"/>
              <a:satOff val="0"/>
              <a:lumOff val="0"/>
              <a:alphaOff val="0"/>
            </a:schemeClr>
          </a:fontRef>
        </p:style>
      </p:sp>
      <p:sp>
        <p:nvSpPr>
          <p:cNvPr id="13" name="Straight Connector 12"/>
          <p:cNvSpPr/>
          <p:nvPr/>
        </p:nvSpPr>
        <p:spPr>
          <a:xfrm>
            <a:off x="5609780" y="4221088"/>
            <a:ext cx="330372" cy="0"/>
          </a:xfrm>
          <a:prstGeom prst="line">
            <a:avLst/>
          </a:prstGeom>
          <a:ln w="3175">
            <a:solidFill>
              <a:schemeClr val="accent1">
                <a:lumMod val="75000"/>
              </a:schemeClr>
            </a:solidFill>
          </a:ln>
        </p:spPr>
        <p:style>
          <a:lnRef idx="2">
            <a:scrgbClr r="0" g="0" b="0"/>
          </a:lnRef>
          <a:fillRef idx="0">
            <a:schemeClr val="accent2">
              <a:shade val="80000"/>
              <a:hueOff val="0"/>
              <a:satOff val="0"/>
              <a:lumOff val="0"/>
              <a:alphaOff val="0"/>
            </a:schemeClr>
          </a:fillRef>
          <a:effectRef idx="0">
            <a:schemeClr val="accent2">
              <a:shade val="80000"/>
              <a:hueOff val="0"/>
              <a:satOff val="0"/>
              <a:lumOff val="0"/>
              <a:alphaOff val="0"/>
            </a:schemeClr>
          </a:effectRef>
          <a:fontRef idx="minor">
            <a:schemeClr val="tx1">
              <a:hueOff val="0"/>
              <a:satOff val="0"/>
              <a:lumOff val="0"/>
              <a:alphaOff val="0"/>
            </a:schemeClr>
          </a:fontRef>
        </p:style>
      </p:sp>
      <p:sp>
        <p:nvSpPr>
          <p:cNvPr id="8" name="Rectangle 7"/>
          <p:cNvSpPr/>
          <p:nvPr/>
        </p:nvSpPr>
        <p:spPr>
          <a:xfrm>
            <a:off x="2555776" y="5009366"/>
            <a:ext cx="4572000" cy="1815882"/>
          </a:xfrm>
          <a:prstGeom prst="rect">
            <a:avLst/>
          </a:prstGeom>
        </p:spPr>
        <p:txBody>
          <a:bodyPr>
            <a:spAutoFit/>
          </a:bodyPr>
          <a:lstStyle/>
          <a:p>
            <a:r>
              <a:rPr lang="en-US" sz="1400" dirty="0">
                <a:solidFill>
                  <a:srgbClr val="C00000"/>
                </a:solidFill>
                <a:latin typeface="Comic Sans MS" panose="030F0702030302020204" pitchFamily="66" charset="0"/>
              </a:rPr>
              <a:t>Benefits of </a:t>
            </a:r>
            <a:r>
              <a:rPr lang="en-US" sz="1400" dirty="0" smtClean="0">
                <a:solidFill>
                  <a:srgbClr val="C00000"/>
                </a:solidFill>
                <a:latin typeface="Comic Sans MS" panose="030F0702030302020204" pitchFamily="66" charset="0"/>
              </a:rPr>
              <a:t>Cloud Computing </a:t>
            </a:r>
            <a:r>
              <a:rPr lang="en-US" sz="1400" dirty="0">
                <a:solidFill>
                  <a:srgbClr val="C00000"/>
                </a:solidFill>
                <a:latin typeface="Comic Sans MS" panose="030F0702030302020204" pitchFamily="66" charset="0"/>
              </a:rPr>
              <a:t>for </a:t>
            </a:r>
            <a:r>
              <a:rPr lang="en-US" sz="1400" dirty="0" smtClean="0">
                <a:solidFill>
                  <a:srgbClr val="C00000"/>
                </a:solidFill>
                <a:latin typeface="Comic Sans MS" panose="030F0702030302020204" pitchFamily="66" charset="0"/>
              </a:rPr>
              <a:t>business</a:t>
            </a:r>
            <a:endParaRPr lang="en-US" sz="1400" dirty="0">
              <a:solidFill>
                <a:srgbClr val="C00000"/>
              </a:solidFill>
              <a:latin typeface="Comic Sans MS" panose="030F0702030302020204" pitchFamily="66" charset="0"/>
            </a:endParaRPr>
          </a:p>
          <a:p>
            <a:pPr>
              <a:buClr>
                <a:srgbClr val="F27E21"/>
              </a:buClr>
            </a:pPr>
            <a:endParaRPr lang="en-US" sz="1400" dirty="0">
              <a:solidFill>
                <a:srgbClr val="C00000"/>
              </a:solidFill>
              <a:latin typeface="Comic Sans MS" panose="030F0702030302020204" pitchFamily="66" charset="0"/>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Reduced IT </a:t>
            </a:r>
            <a:r>
              <a:rPr lang="en-US" sz="1400" dirty="0" smtClean="0">
                <a:solidFill>
                  <a:schemeClr val="accent1">
                    <a:lumMod val="75000"/>
                  </a:schemeClr>
                </a:solidFill>
              </a:rPr>
              <a:t>costs;</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Scalability;</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Business </a:t>
            </a:r>
            <a:r>
              <a:rPr lang="en-US" sz="1400" dirty="0" smtClean="0">
                <a:solidFill>
                  <a:schemeClr val="accent1">
                    <a:lumMod val="75000"/>
                  </a:schemeClr>
                </a:solidFill>
              </a:rPr>
              <a:t>continuity;</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Collaboration </a:t>
            </a:r>
            <a:r>
              <a:rPr lang="en-US" sz="1400" dirty="0" smtClean="0">
                <a:solidFill>
                  <a:schemeClr val="accent1">
                    <a:lumMod val="75000"/>
                  </a:schemeClr>
                </a:solidFill>
              </a:rPr>
              <a:t>efficiency;</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Flexibility of work </a:t>
            </a:r>
            <a:r>
              <a:rPr lang="en-US" sz="1400" dirty="0" smtClean="0">
                <a:solidFill>
                  <a:schemeClr val="accent1">
                    <a:lumMod val="75000"/>
                  </a:schemeClr>
                </a:solidFill>
              </a:rPr>
              <a:t>practices;</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Access to automatic </a:t>
            </a:r>
            <a:r>
              <a:rPr lang="en-US" sz="1400" dirty="0" smtClean="0">
                <a:solidFill>
                  <a:schemeClr val="accent1">
                    <a:lumMod val="75000"/>
                  </a:schemeClr>
                </a:solidFill>
              </a:rPr>
              <a:t>updates.</a:t>
            </a:r>
            <a:endParaRPr lang="en-US" sz="1400" dirty="0">
              <a:solidFill>
                <a:schemeClr val="accent1">
                  <a:lumMod val="75000"/>
                </a:schemeClr>
              </a:solidFill>
            </a:endParaRPr>
          </a:p>
        </p:txBody>
      </p:sp>
    </p:spTree>
    <p:extLst>
      <p:ext uri="{BB962C8B-B14F-4D97-AF65-F5344CB8AC3E}">
        <p14:creationId xmlns:p14="http://schemas.microsoft.com/office/powerpoint/2010/main" val="2451710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228600" y="260648"/>
            <a:ext cx="8229600" cy="494506"/>
          </a:xfrm>
        </p:spPr>
        <p:txBody>
          <a:bodyPr/>
          <a:lstStyle/>
          <a:p>
            <a:pPr>
              <a:defRPr/>
            </a:pPr>
            <a:r>
              <a:rPr lang="en-US" sz="1800" dirty="0" smtClean="0">
                <a:solidFill>
                  <a:srgbClr val="FF0000"/>
                </a:solidFill>
                <a:latin typeface="Comic Sans MS" panose="030F0702030302020204" pitchFamily="66" charset="0"/>
              </a:rPr>
              <a:t>Useful links</a:t>
            </a:r>
            <a:endParaRPr lang="en-US" sz="1800" b="1" u="sng" dirty="0" smtClean="0">
              <a:solidFill>
                <a:srgbClr val="FF0000"/>
              </a:solidFill>
              <a:latin typeface="Comic Sans MS" panose="030F0702030302020204" pitchFamily="66" charset="0"/>
            </a:endParaRPr>
          </a:p>
        </p:txBody>
      </p:sp>
      <p:sp>
        <p:nvSpPr>
          <p:cNvPr id="2" name="Rectangle 1"/>
          <p:cNvSpPr/>
          <p:nvPr/>
        </p:nvSpPr>
        <p:spPr>
          <a:xfrm>
            <a:off x="611560" y="1916827"/>
            <a:ext cx="7920880" cy="3816429"/>
          </a:xfrm>
          <a:prstGeom prst="rect">
            <a:avLst/>
          </a:prstGeom>
        </p:spPr>
        <p:txBody>
          <a:bodyPr wrap="square">
            <a:spAutoFit/>
          </a:bodyPr>
          <a:lstStyle/>
          <a:p>
            <a:endParaRPr lang="en-US" sz="1400" dirty="0">
              <a:solidFill>
                <a:schemeClr val="accent1">
                  <a:lumMod val="75000"/>
                </a:schemeClr>
              </a:solidFill>
              <a:hlinkClick r:id=""/>
            </a:endParaRPr>
          </a:p>
          <a:p>
            <a:pPr algn="ctr"/>
            <a:endParaRPr lang="en-US" sz="1200" dirty="0"/>
          </a:p>
          <a:p>
            <a:pPr algn="ctr"/>
            <a:r>
              <a:rPr lang="en-US" sz="1200" dirty="0">
                <a:hlinkClick r:id="rId2"/>
              </a:rPr>
              <a:t>https://</a:t>
            </a:r>
            <a:r>
              <a:rPr lang="en-US" sz="1200" dirty="0" smtClean="0">
                <a:hlinkClick r:id="rId2"/>
              </a:rPr>
              <a:t>www.youtube.com/watch?v=Y990kaGbJD0</a:t>
            </a:r>
            <a:endParaRPr lang="en-US" sz="1200" dirty="0" smtClean="0"/>
          </a:p>
          <a:p>
            <a:pPr algn="ctr"/>
            <a:r>
              <a:rPr lang="en-US" sz="1200" dirty="0">
                <a:solidFill>
                  <a:schemeClr val="accent1">
                    <a:lumMod val="75000"/>
                  </a:schemeClr>
                </a:solidFill>
              </a:rPr>
              <a:t>Industry 4.0 - Germany's 4th industrial revolution</a:t>
            </a:r>
          </a:p>
          <a:p>
            <a:pPr algn="ctr"/>
            <a:endParaRPr lang="en-US" sz="1200" dirty="0" smtClean="0"/>
          </a:p>
          <a:p>
            <a:pPr algn="ctr"/>
            <a:r>
              <a:rPr lang="en-US" sz="1200" dirty="0">
                <a:hlinkClick r:id="rId3"/>
              </a:rPr>
              <a:t>https://</a:t>
            </a:r>
            <a:r>
              <a:rPr lang="en-US" sz="1200" dirty="0" smtClean="0">
                <a:hlinkClick r:id="rId3"/>
              </a:rPr>
              <a:t>www.youtube.com/watch?v=GV8zPtqOyqg&amp;t=109s</a:t>
            </a:r>
            <a:endParaRPr lang="en-US" sz="1200" dirty="0" smtClean="0"/>
          </a:p>
          <a:p>
            <a:pPr algn="ctr"/>
            <a:r>
              <a:rPr lang="en-US" sz="1200" dirty="0">
                <a:solidFill>
                  <a:schemeClr val="accent1">
                    <a:lumMod val="75000"/>
                  </a:schemeClr>
                </a:solidFill>
              </a:rPr>
              <a:t>3D Printing Is Changing the World</a:t>
            </a:r>
          </a:p>
          <a:p>
            <a:pPr algn="ctr"/>
            <a:endParaRPr lang="en-US" sz="1200" dirty="0" smtClean="0"/>
          </a:p>
          <a:p>
            <a:pPr algn="ctr"/>
            <a:r>
              <a:rPr lang="en-US" sz="1200" dirty="0">
                <a:solidFill>
                  <a:schemeClr val="accent1">
                    <a:lumMod val="75000"/>
                  </a:schemeClr>
                </a:solidFill>
                <a:hlinkClick r:id="rId4"/>
              </a:rPr>
              <a:t>https://</a:t>
            </a:r>
            <a:r>
              <a:rPr lang="en-US" sz="1200" dirty="0" smtClean="0">
                <a:solidFill>
                  <a:schemeClr val="accent1">
                    <a:lumMod val="75000"/>
                  </a:schemeClr>
                </a:solidFill>
                <a:hlinkClick r:id="rId4"/>
              </a:rPr>
              <a:t>www.youtube.com/watch?v=iVS-AuSjpOQ&amp;t=4s</a:t>
            </a:r>
            <a:endParaRPr lang="en-US" sz="1200" dirty="0" smtClean="0">
              <a:solidFill>
                <a:schemeClr val="accent1">
                  <a:lumMod val="75000"/>
                </a:schemeClr>
              </a:solidFill>
            </a:endParaRPr>
          </a:p>
          <a:p>
            <a:pPr algn="ctr"/>
            <a:r>
              <a:rPr lang="en-US" sz="1200" dirty="0">
                <a:solidFill>
                  <a:schemeClr val="accent1">
                    <a:lumMod val="75000"/>
                  </a:schemeClr>
                </a:solidFill>
              </a:rPr>
              <a:t>What is Digital Twin? How does it work</a:t>
            </a:r>
            <a:r>
              <a:rPr lang="en-US" sz="1200" dirty="0" smtClean="0">
                <a:solidFill>
                  <a:schemeClr val="accent1">
                    <a:lumMod val="75000"/>
                  </a:schemeClr>
                </a:solidFill>
              </a:rPr>
              <a:t>?</a:t>
            </a:r>
          </a:p>
          <a:p>
            <a:pPr algn="ctr"/>
            <a:endParaRPr lang="en-US" sz="1200" dirty="0"/>
          </a:p>
          <a:p>
            <a:pPr algn="ctr"/>
            <a:r>
              <a:rPr lang="en-US" sz="1200" dirty="0">
                <a:solidFill>
                  <a:schemeClr val="accent1">
                    <a:lumMod val="75000"/>
                  </a:schemeClr>
                </a:solidFill>
                <a:hlinkClick r:id="rId5"/>
              </a:rPr>
              <a:t>https://</a:t>
            </a:r>
            <a:r>
              <a:rPr lang="en-US" sz="1200" dirty="0" smtClean="0">
                <a:solidFill>
                  <a:schemeClr val="accent1">
                    <a:lumMod val="75000"/>
                  </a:schemeClr>
                </a:solidFill>
                <a:hlinkClick r:id="rId5"/>
              </a:rPr>
              <a:t>www.youtube.com/watch?v=0KOUzeE0h8g</a:t>
            </a:r>
            <a:endParaRPr lang="en-US" sz="1200" dirty="0" smtClean="0">
              <a:solidFill>
                <a:schemeClr val="accent1">
                  <a:lumMod val="75000"/>
                </a:schemeClr>
              </a:solidFill>
            </a:endParaRPr>
          </a:p>
          <a:p>
            <a:pPr algn="ctr"/>
            <a:r>
              <a:rPr lang="en-US" sz="1200" dirty="0">
                <a:solidFill>
                  <a:schemeClr val="accent1">
                    <a:lumMod val="75000"/>
                  </a:schemeClr>
                </a:solidFill>
              </a:rPr>
              <a:t>A </a:t>
            </a:r>
            <a:r>
              <a:rPr lang="en-US" sz="1200" dirty="0" err="1">
                <a:solidFill>
                  <a:schemeClr val="accent1">
                    <a:lumMod val="75000"/>
                  </a:schemeClr>
                </a:solidFill>
              </a:rPr>
              <a:t>cobot</a:t>
            </a:r>
            <a:r>
              <a:rPr lang="en-US" sz="1200" dirty="0">
                <a:solidFill>
                  <a:schemeClr val="accent1">
                    <a:lumMod val="75000"/>
                  </a:schemeClr>
                </a:solidFill>
              </a:rPr>
              <a:t> co-worker in manufacturing</a:t>
            </a:r>
          </a:p>
          <a:p>
            <a:pPr algn="ctr"/>
            <a:endParaRPr lang="en-US" sz="1200" dirty="0" smtClean="0">
              <a:solidFill>
                <a:schemeClr val="accent1">
                  <a:lumMod val="75000"/>
                </a:schemeClr>
              </a:solidFill>
            </a:endParaRPr>
          </a:p>
          <a:p>
            <a:pPr algn="ctr"/>
            <a:r>
              <a:rPr lang="en-US" sz="1200" dirty="0" smtClean="0">
                <a:solidFill>
                  <a:schemeClr val="accent1">
                    <a:lumMod val="75000"/>
                  </a:schemeClr>
                </a:solidFill>
              </a:rPr>
              <a:t>https</a:t>
            </a:r>
            <a:r>
              <a:rPr lang="en-US" sz="1200" dirty="0">
                <a:solidFill>
                  <a:schemeClr val="accent1">
                    <a:lumMod val="75000"/>
                  </a:schemeClr>
                </a:solidFill>
              </a:rPr>
              <a:t>://</a:t>
            </a:r>
            <a:r>
              <a:rPr lang="en-US" sz="1200" dirty="0" smtClean="0">
                <a:solidFill>
                  <a:schemeClr val="accent1">
                    <a:lumMod val="75000"/>
                  </a:schemeClr>
                </a:solidFill>
              </a:rPr>
              <a:t>www.mckinsey.com/capabilities/mckinsey-digital/our-insights/rewired-for-value-digital-and-ai-transformations-that-work?stcr=173E7E034E684531923A72A36859313F&amp;cid=other-eml-alt-mip-mck&amp;hlkid=68dbbe2e1f1c4daca23eb48697193dce&amp;hctky=14939448&amp;hdpid=e50aceca-feb9-401d-a12c-8430b206cb75</a:t>
            </a:r>
          </a:p>
          <a:p>
            <a:pPr algn="ctr"/>
            <a:r>
              <a:rPr lang="en-US" sz="1200" dirty="0">
                <a:solidFill>
                  <a:schemeClr val="accent1">
                    <a:lumMod val="75000"/>
                  </a:schemeClr>
                </a:solidFill>
              </a:rPr>
              <a:t>Rewired for value: Digital and AI transformations that work</a:t>
            </a:r>
          </a:p>
          <a:p>
            <a:endParaRPr lang="en-US" sz="1200" dirty="0">
              <a:solidFill>
                <a:schemeClr val="accent1">
                  <a:lumMod val="75000"/>
                </a:schemeClr>
              </a:solidFill>
            </a:endParaRPr>
          </a:p>
        </p:txBody>
      </p:sp>
    </p:spTree>
    <p:extLst>
      <p:ext uri="{BB962C8B-B14F-4D97-AF65-F5344CB8AC3E}">
        <p14:creationId xmlns:p14="http://schemas.microsoft.com/office/powerpoint/2010/main" val="28204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dirty="0" smtClean="0"/>
              <a:t>Thank </a:t>
            </a:r>
            <a:r>
              <a:rPr lang="en-US" sz="1400" dirty="0"/>
              <a:t>y</a:t>
            </a:r>
            <a:r>
              <a:rPr lang="en-US" sz="1400" dirty="0" smtClean="0"/>
              <a:t>ou for your attention!</a:t>
            </a:r>
            <a:endParaRPr lang="en-US" sz="1400" dirty="0"/>
          </a:p>
        </p:txBody>
      </p:sp>
    </p:spTree>
    <p:extLst>
      <p:ext uri="{BB962C8B-B14F-4D97-AF65-F5344CB8AC3E}">
        <p14:creationId xmlns:p14="http://schemas.microsoft.com/office/powerpoint/2010/main" val="1359661905"/>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23732</TotalTime>
  <Words>1761</Words>
  <Application>Microsoft Office PowerPoint</Application>
  <PresentationFormat>On-screen Show (4:3)</PresentationFormat>
  <Paragraphs>160</Paragraphs>
  <Slides>17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Comic Sans MS</vt:lpstr>
      <vt:lpstr>Times</vt:lpstr>
      <vt:lpstr>Times New Roman</vt:lpstr>
      <vt:lpstr>Wingdings 3</vt:lpstr>
      <vt:lpstr>Presentation slides</vt:lpstr>
      <vt:lpstr>PowerPoint Presentation</vt:lpstr>
      <vt:lpstr>PowerPoint Presentation</vt:lpstr>
      <vt:lpstr>Lecture overview</vt:lpstr>
      <vt:lpstr>What is Industry 4.0?</vt:lpstr>
      <vt:lpstr>PowerPoint Presentation</vt:lpstr>
      <vt:lpstr>PowerPoint Presentation</vt:lpstr>
      <vt:lpstr>PowerPoint Presentation</vt:lpstr>
      <vt:lpstr>What technologies are driving Industry 4.0?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2743</cp:revision>
  <dcterms:created xsi:type="dcterms:W3CDTF">2013-11-13T03:56:02Z</dcterms:created>
  <dcterms:modified xsi:type="dcterms:W3CDTF">2024-09-08T23:14:13Z</dcterms:modified>
</cp:coreProperties>
</file>